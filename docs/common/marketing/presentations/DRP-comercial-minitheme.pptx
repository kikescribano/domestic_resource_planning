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98" r:id="rId78"/>
    <p:sldId id="267" r:id="rId18"/>
    <p:sldId id="264" r:id="rId15"/>
    <p:sldId id="274" r:id="rId25"/>
    <p:sldId id="299" r:id="rId79"/>
    <p:sldId id="263" r:id="rId14"/>
    <p:sldId id="272" r:id="rId23"/>
    <p:sldId id="300" r:id="rId80"/>
    <p:sldId id="265" r:id="rId16"/>
    <p:sldId id="266" r:id="rId17"/>
    <p:sldId id="275" r:id="rId26"/>
    <p:sldId id="276" r:id="rId27"/>
  </p:sldIdLst>
  <p:sldSz cy="5143500" cx="9144000"/>
  <p:notesSz cx="6858000" cy="9144000"/>
  <p:embeddedFontLst>
    <p:embeddedFont>
      <p:font typeface="Roboto Black"/>
      <p:bold r:id="rId49"/>
      <p:boldItalic r:id="rId50"/>
    </p:embeddedFont>
    <p:embeddedFont>
      <p:font typeface="Roboto"/>
      <p:regular r:id="rId51"/>
      <p:bold r:id="rId52"/>
      <p:italic r:id="rId53"/>
      <p:boldItalic r:id="rId54"/>
    </p:embeddedFont>
    <p:embeddedFont>
      <p:font typeface="Proxima Nova"/>
      <p:regular r:id="rId55"/>
      <p:bold r:id="rId56"/>
      <p:italic r:id="rId57"/>
      <p:boldItalic r:id="rId58"/>
    </p:embeddedFont>
    <p:embeddedFont>
      <p:font typeface="Roboto Medium"/>
      <p:regular r:id="rId59"/>
      <p:bold r:id="rId60"/>
      <p:italic r:id="rId61"/>
      <p:boldItalic r:id="rId62"/>
    </p:embeddedFont>
    <p:embeddedFont>
      <p:font typeface="Amatic SC"/>
      <p:regular r:id="rId63"/>
      <p:bold r:id="rId64"/>
    </p:embeddedFont>
    <p:embeddedFont>
      <p:font typeface="Montserrat"/>
      <p:regular r:id="rId65"/>
      <p:bold r:id="rId66"/>
      <p:italic r:id="rId67"/>
      <p:boldItalic r:id="rId68"/>
    </p:embeddedFont>
    <p:embeddedFont>
      <p:font typeface="Roboto Mono Light"/>
      <p:regular r:id="rId69"/>
      <p:bold r:id="rId70"/>
      <p:italic r:id="rId71"/>
      <p:boldItalic r:id="rId72"/>
    </p:embeddedFont>
    <p:embeddedFont>
      <p:font typeface="Bebas Neue"/>
      <p:regular r:id="rId73"/>
    </p:embeddedFont>
    <p:embeddedFont>
      <p:font typeface="Montserrat Light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219D3B-89A6-437A-9034-6E69751CE253}">
  <a:tblStyle styleId="{C1219D3B-89A6-437A-9034-6E69751CE2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3" Type="http://schemas.openxmlformats.org/officeDocument/2006/relationships/slide" Target="slides/slide17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49" Type="http://schemas.openxmlformats.org/officeDocument/2006/relationships/font" Target="fonts/RobotoBlack-bold.fntdata"/><Relationship Id="rId50" Type="http://schemas.openxmlformats.org/officeDocument/2006/relationships/font" Target="fonts/RobotoBlack-boldItalic.fntdata"/><Relationship Id="rId51" Type="http://schemas.openxmlformats.org/officeDocument/2006/relationships/font" Target="fonts/Roboto-regular.fntdata"/><Relationship Id="rId52" Type="http://schemas.openxmlformats.org/officeDocument/2006/relationships/font" Target="fonts/Roboto-bold.fntdata"/><Relationship Id="rId53" Type="http://schemas.openxmlformats.org/officeDocument/2006/relationships/font" Target="fonts/Roboto-italic.fntdata"/><Relationship Id="rId54" Type="http://schemas.openxmlformats.org/officeDocument/2006/relationships/font" Target="fonts/Roboto-boldItalic.fntdata"/><Relationship Id="rId55" Type="http://schemas.openxmlformats.org/officeDocument/2006/relationships/font" Target="fonts/ProximaNova-regular.fntdata"/><Relationship Id="rId56" Type="http://schemas.openxmlformats.org/officeDocument/2006/relationships/font" Target="fonts/ProximaNova-bold.fntdata"/><Relationship Id="rId57" Type="http://schemas.openxmlformats.org/officeDocument/2006/relationships/font" Target="fonts/ProximaNova-italic.fntdata"/><Relationship Id="rId58" Type="http://schemas.openxmlformats.org/officeDocument/2006/relationships/font" Target="fonts/ProximaNova-boldItalic.fntdata"/><Relationship Id="rId59" Type="http://schemas.openxmlformats.org/officeDocument/2006/relationships/font" Target="fonts/RobotoMedium-regular.fntdata"/><Relationship Id="rId60" Type="http://schemas.openxmlformats.org/officeDocument/2006/relationships/font" Target="fonts/RobotoMedium-bold.fntdata"/><Relationship Id="rId61" Type="http://schemas.openxmlformats.org/officeDocument/2006/relationships/font" Target="fonts/RobotoMedium-italic.fntdata"/><Relationship Id="rId62" Type="http://schemas.openxmlformats.org/officeDocument/2006/relationships/font" Target="fonts/RobotoMedium-boldItalic.fntdata"/><Relationship Id="rId63" Type="http://schemas.openxmlformats.org/officeDocument/2006/relationships/font" Target="fonts/AmaticSC-regular.fntdata"/><Relationship Id="rId64" Type="http://schemas.openxmlformats.org/officeDocument/2006/relationships/font" Target="fonts/AmaticSC-bold.fntdata"/><Relationship Id="rId65" Type="http://schemas.openxmlformats.org/officeDocument/2006/relationships/font" Target="fonts/Montserrat-regular.fntdata"/><Relationship Id="rId66" Type="http://schemas.openxmlformats.org/officeDocument/2006/relationships/font" Target="fonts/Montserrat-bold.fntdata"/><Relationship Id="rId67" Type="http://schemas.openxmlformats.org/officeDocument/2006/relationships/font" Target="fonts/Montserrat-italic.fntdata"/><Relationship Id="rId68" Type="http://schemas.openxmlformats.org/officeDocument/2006/relationships/font" Target="fonts/Montserrat-boldItalic.fntdata"/><Relationship Id="rId69" Type="http://schemas.openxmlformats.org/officeDocument/2006/relationships/font" Target="fonts/RobotoMonoLight-regular.fntdata"/><Relationship Id="rId70" Type="http://schemas.openxmlformats.org/officeDocument/2006/relationships/font" Target="fonts/RobotoMonoLight-bold.fntdata"/><Relationship Id="rId71" Type="http://schemas.openxmlformats.org/officeDocument/2006/relationships/font" Target="fonts/RobotoMonoLight-italic.fntdata"/><Relationship Id="rId72" Type="http://schemas.openxmlformats.org/officeDocument/2006/relationships/font" Target="fonts/RobotoMonoLight-boldItalic.fntdata"/><Relationship Id="rId73" Type="http://schemas.openxmlformats.org/officeDocument/2006/relationships/font" Target="fonts/BebasNeue-regular.fntdata"/><Relationship Id="rId74" Type="http://schemas.openxmlformats.org/officeDocument/2006/relationships/font" Target="fonts/MontserratLight-regular.fntdata"/><Relationship Id="rId75" Type="http://schemas.openxmlformats.org/officeDocument/2006/relationships/font" Target="fonts/MontserratLight-bold.fntdata"/><Relationship Id="rId76" Type="http://schemas.openxmlformats.org/officeDocument/2006/relationships/font" Target="fonts/MontserratLight-italic.fntdata"/><Relationship Id="rId77" Type="http://schemas.openxmlformats.org/officeDocument/2006/relationships/font" Target="fonts/MontserratLight-boldItalic.fntdata"/><Relationship Id="rId78" Type="http://schemas.openxmlformats.org/officeDocument/2006/relationships/slide" Target="slides/slide43.xml"/><Relationship Id="rId79" Type="http://schemas.openxmlformats.org/officeDocument/2006/relationships/slide" Target="slides/slide44.xml"/><Relationship Id="rId80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cabecera y sección 1.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99397219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99397219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1 y 2.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a404345f4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a404345f4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Recorrido de la presentación.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a404345f4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a404345f4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8.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a404345f4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a404345f4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2: el problema y el ejemplo ilustrativo.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5c66915d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5c66915d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2: ejemplo ilustrativo.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0a404345f4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0a404345f4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4.2: los cuatro de prioridad alta.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a4250e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0a4250e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4.1.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0a4250e99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0a4250e99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4.2, 5.5, 5.8 y cabecera.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a4250e99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a4250e99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5.6; ADR-003.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0a4250e99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0a4250e99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2: visión.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0a4250e99e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0a4250e99e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4.2: la tabla de módulos y su estado.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0a4250e99e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0a4250e99e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4.2 y 5.2; ADR-010.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105c66915d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105c66915d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8: fases y estado.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05c66915d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05c66915d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Diapositiva obligatoria: la plantilla se descargó con cuenta gratuita y su licencia exige conservar la atribución.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69800" y="1470975"/>
            <a:ext cx="5804400" cy="10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92550" y="3647550"/>
            <a:ext cx="4343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1987450" y="823525"/>
            <a:ext cx="0" cy="3467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/>
          <p:nvPr/>
        </p:nvSpPr>
        <p:spPr>
          <a:xfrm rot="5400000">
            <a:off x="-2362637" y="2334737"/>
            <a:ext cx="5180674" cy="455400"/>
          </a:xfrm>
          <a:custGeom>
            <a:rect b="b" l="l" r="r" t="t"/>
            <a:pathLst>
              <a:path extrusionOk="0" h="18216" w="125882">
                <a:moveTo>
                  <a:pt x="117528" y="2329"/>
                </a:moveTo>
                <a:cubicBezTo>
                  <a:pt x="117733" y="2329"/>
                  <a:pt x="117847" y="2420"/>
                  <a:pt x="118144" y="2580"/>
                </a:cubicBezTo>
                <a:cubicBezTo>
                  <a:pt x="117847" y="2420"/>
                  <a:pt x="117733" y="2329"/>
                  <a:pt x="117551" y="2329"/>
                </a:cubicBezTo>
                <a:close/>
                <a:moveTo>
                  <a:pt x="31545" y="2968"/>
                </a:moveTo>
                <a:lnTo>
                  <a:pt x="31545" y="2968"/>
                </a:lnTo>
                <a:cubicBezTo>
                  <a:pt x="31751" y="2968"/>
                  <a:pt x="31910" y="3014"/>
                  <a:pt x="32230" y="3105"/>
                </a:cubicBezTo>
                <a:cubicBezTo>
                  <a:pt x="31933" y="3014"/>
                  <a:pt x="31751" y="2968"/>
                  <a:pt x="31545" y="2968"/>
                </a:cubicBezTo>
                <a:close/>
                <a:moveTo>
                  <a:pt x="11664" y="3607"/>
                </a:moveTo>
                <a:cubicBezTo>
                  <a:pt x="11625" y="3607"/>
                  <a:pt x="11586" y="3607"/>
                  <a:pt x="11548" y="3621"/>
                </a:cubicBezTo>
                <a:lnTo>
                  <a:pt x="11548" y="3621"/>
                </a:lnTo>
                <a:cubicBezTo>
                  <a:pt x="11588" y="3618"/>
                  <a:pt x="11627" y="3614"/>
                  <a:pt x="11664" y="3607"/>
                </a:cubicBezTo>
                <a:close/>
                <a:moveTo>
                  <a:pt x="11548" y="3621"/>
                </a:moveTo>
                <a:cubicBezTo>
                  <a:pt x="11440" y="3630"/>
                  <a:pt x="11324" y="3630"/>
                  <a:pt x="11208" y="3630"/>
                </a:cubicBezTo>
                <a:lnTo>
                  <a:pt x="11527" y="3630"/>
                </a:lnTo>
                <a:cubicBezTo>
                  <a:pt x="11534" y="3627"/>
                  <a:pt x="11541" y="3624"/>
                  <a:pt x="11548" y="3621"/>
                </a:cubicBezTo>
                <a:close/>
                <a:moveTo>
                  <a:pt x="77127" y="4429"/>
                </a:moveTo>
                <a:cubicBezTo>
                  <a:pt x="77036" y="4429"/>
                  <a:pt x="76944" y="4452"/>
                  <a:pt x="76853" y="4452"/>
                </a:cubicBezTo>
                <a:lnTo>
                  <a:pt x="76990" y="4452"/>
                </a:lnTo>
                <a:cubicBezTo>
                  <a:pt x="77036" y="4452"/>
                  <a:pt x="77081" y="4429"/>
                  <a:pt x="77127" y="4429"/>
                </a:cubicBezTo>
                <a:close/>
                <a:moveTo>
                  <a:pt x="92032" y="4634"/>
                </a:moveTo>
                <a:cubicBezTo>
                  <a:pt x="91964" y="4634"/>
                  <a:pt x="91872" y="4657"/>
                  <a:pt x="91781" y="4657"/>
                </a:cubicBezTo>
                <a:cubicBezTo>
                  <a:pt x="91964" y="4657"/>
                  <a:pt x="92123" y="4634"/>
                  <a:pt x="92306" y="4634"/>
                </a:cubicBezTo>
                <a:close/>
                <a:moveTo>
                  <a:pt x="38849" y="5319"/>
                </a:moveTo>
                <a:cubicBezTo>
                  <a:pt x="38803" y="5319"/>
                  <a:pt x="38781" y="5319"/>
                  <a:pt x="38758" y="5342"/>
                </a:cubicBezTo>
                <a:cubicBezTo>
                  <a:pt x="38781" y="5319"/>
                  <a:pt x="38826" y="5319"/>
                  <a:pt x="38849" y="5319"/>
                </a:cubicBezTo>
                <a:close/>
                <a:moveTo>
                  <a:pt x="4885" y="1"/>
                </a:moveTo>
                <a:lnTo>
                  <a:pt x="4862" y="366"/>
                </a:lnTo>
                <a:cubicBezTo>
                  <a:pt x="4406" y="366"/>
                  <a:pt x="3926" y="412"/>
                  <a:pt x="3470" y="435"/>
                </a:cubicBezTo>
                <a:cubicBezTo>
                  <a:pt x="3150" y="480"/>
                  <a:pt x="2831" y="503"/>
                  <a:pt x="2488" y="526"/>
                </a:cubicBezTo>
                <a:cubicBezTo>
                  <a:pt x="2123" y="549"/>
                  <a:pt x="1781" y="686"/>
                  <a:pt x="1393" y="868"/>
                </a:cubicBezTo>
                <a:cubicBezTo>
                  <a:pt x="1256" y="914"/>
                  <a:pt x="1119" y="982"/>
                  <a:pt x="982" y="1028"/>
                </a:cubicBezTo>
                <a:cubicBezTo>
                  <a:pt x="868" y="1074"/>
                  <a:pt x="754" y="1119"/>
                  <a:pt x="639" y="1142"/>
                </a:cubicBezTo>
                <a:cubicBezTo>
                  <a:pt x="525" y="1165"/>
                  <a:pt x="411" y="1211"/>
                  <a:pt x="320" y="1233"/>
                </a:cubicBezTo>
                <a:lnTo>
                  <a:pt x="297" y="3288"/>
                </a:lnTo>
                <a:lnTo>
                  <a:pt x="0" y="18215"/>
                </a:lnTo>
                <a:lnTo>
                  <a:pt x="125882" y="18215"/>
                </a:lnTo>
                <a:lnTo>
                  <a:pt x="125882" y="4087"/>
                </a:lnTo>
                <a:cubicBezTo>
                  <a:pt x="125836" y="4109"/>
                  <a:pt x="125768" y="4132"/>
                  <a:pt x="125722" y="4132"/>
                </a:cubicBezTo>
                <a:cubicBezTo>
                  <a:pt x="125197" y="4292"/>
                  <a:pt x="125129" y="4315"/>
                  <a:pt x="125037" y="4315"/>
                </a:cubicBezTo>
                <a:lnTo>
                  <a:pt x="123211" y="4315"/>
                </a:lnTo>
                <a:lnTo>
                  <a:pt x="123599" y="4155"/>
                </a:lnTo>
                <a:cubicBezTo>
                  <a:pt x="123440" y="4087"/>
                  <a:pt x="123280" y="4018"/>
                  <a:pt x="123120" y="3927"/>
                </a:cubicBezTo>
                <a:cubicBezTo>
                  <a:pt x="122641" y="3630"/>
                  <a:pt x="122207" y="3425"/>
                  <a:pt x="121705" y="3265"/>
                </a:cubicBezTo>
                <a:cubicBezTo>
                  <a:pt x="121454" y="3174"/>
                  <a:pt x="121157" y="3128"/>
                  <a:pt x="120769" y="3128"/>
                </a:cubicBezTo>
                <a:cubicBezTo>
                  <a:pt x="120541" y="3128"/>
                  <a:pt x="120313" y="3151"/>
                  <a:pt x="120107" y="3151"/>
                </a:cubicBezTo>
                <a:cubicBezTo>
                  <a:pt x="119879" y="3174"/>
                  <a:pt x="119651" y="3174"/>
                  <a:pt x="119422" y="3174"/>
                </a:cubicBezTo>
                <a:cubicBezTo>
                  <a:pt x="119012" y="3174"/>
                  <a:pt x="118509" y="3151"/>
                  <a:pt x="118007" y="2900"/>
                </a:cubicBezTo>
                <a:cubicBezTo>
                  <a:pt x="117893" y="2854"/>
                  <a:pt x="117825" y="2808"/>
                  <a:pt x="117756" y="2786"/>
                </a:cubicBezTo>
                <a:cubicBezTo>
                  <a:pt x="117596" y="2694"/>
                  <a:pt x="117574" y="2694"/>
                  <a:pt x="117528" y="2694"/>
                </a:cubicBezTo>
                <a:cubicBezTo>
                  <a:pt x="117482" y="2694"/>
                  <a:pt x="117414" y="2694"/>
                  <a:pt x="117322" y="2740"/>
                </a:cubicBezTo>
                <a:lnTo>
                  <a:pt x="117163" y="2763"/>
                </a:lnTo>
                <a:cubicBezTo>
                  <a:pt x="116546" y="2923"/>
                  <a:pt x="115953" y="3082"/>
                  <a:pt x="115291" y="3082"/>
                </a:cubicBezTo>
                <a:lnTo>
                  <a:pt x="115223" y="3082"/>
                </a:lnTo>
                <a:cubicBezTo>
                  <a:pt x="114994" y="3082"/>
                  <a:pt x="114766" y="3037"/>
                  <a:pt x="114561" y="3014"/>
                </a:cubicBezTo>
                <a:cubicBezTo>
                  <a:pt x="114332" y="2968"/>
                  <a:pt x="114127" y="2945"/>
                  <a:pt x="113944" y="2945"/>
                </a:cubicBezTo>
                <a:cubicBezTo>
                  <a:pt x="113762" y="2945"/>
                  <a:pt x="113625" y="2968"/>
                  <a:pt x="113511" y="3037"/>
                </a:cubicBezTo>
                <a:cubicBezTo>
                  <a:pt x="113488" y="3060"/>
                  <a:pt x="113442" y="3105"/>
                  <a:pt x="113419" y="3128"/>
                </a:cubicBezTo>
                <a:cubicBezTo>
                  <a:pt x="113351" y="3219"/>
                  <a:pt x="113260" y="3311"/>
                  <a:pt x="113145" y="3379"/>
                </a:cubicBezTo>
                <a:cubicBezTo>
                  <a:pt x="112689" y="3630"/>
                  <a:pt x="112118" y="3676"/>
                  <a:pt x="111753" y="3676"/>
                </a:cubicBezTo>
                <a:cubicBezTo>
                  <a:pt x="111502" y="3676"/>
                  <a:pt x="111251" y="3653"/>
                  <a:pt x="111023" y="3653"/>
                </a:cubicBezTo>
                <a:cubicBezTo>
                  <a:pt x="110863" y="3630"/>
                  <a:pt x="110703" y="3630"/>
                  <a:pt x="110566" y="3630"/>
                </a:cubicBezTo>
                <a:lnTo>
                  <a:pt x="110498" y="3630"/>
                </a:lnTo>
                <a:cubicBezTo>
                  <a:pt x="109676" y="3630"/>
                  <a:pt x="108809" y="3927"/>
                  <a:pt x="107987" y="4201"/>
                </a:cubicBezTo>
                <a:lnTo>
                  <a:pt x="107941" y="4224"/>
                </a:lnTo>
                <a:cubicBezTo>
                  <a:pt x="107850" y="4269"/>
                  <a:pt x="107759" y="4292"/>
                  <a:pt x="107667" y="4315"/>
                </a:cubicBezTo>
                <a:cubicBezTo>
                  <a:pt x="107348" y="4429"/>
                  <a:pt x="107005" y="4543"/>
                  <a:pt x="106754" y="4703"/>
                </a:cubicBezTo>
                <a:cubicBezTo>
                  <a:pt x="106686" y="4749"/>
                  <a:pt x="106640" y="4794"/>
                  <a:pt x="106595" y="4817"/>
                </a:cubicBezTo>
                <a:cubicBezTo>
                  <a:pt x="106458" y="4931"/>
                  <a:pt x="106321" y="5068"/>
                  <a:pt x="106047" y="5137"/>
                </a:cubicBezTo>
                <a:cubicBezTo>
                  <a:pt x="105453" y="5296"/>
                  <a:pt x="104860" y="5342"/>
                  <a:pt x="104129" y="5342"/>
                </a:cubicBezTo>
                <a:cubicBezTo>
                  <a:pt x="104015" y="5342"/>
                  <a:pt x="103878" y="5342"/>
                  <a:pt x="103764" y="5319"/>
                </a:cubicBezTo>
                <a:lnTo>
                  <a:pt x="103399" y="5319"/>
                </a:lnTo>
                <a:cubicBezTo>
                  <a:pt x="102760" y="5319"/>
                  <a:pt x="102235" y="5365"/>
                  <a:pt x="101733" y="5502"/>
                </a:cubicBezTo>
                <a:cubicBezTo>
                  <a:pt x="101482" y="5547"/>
                  <a:pt x="101253" y="5616"/>
                  <a:pt x="101002" y="5684"/>
                </a:cubicBezTo>
                <a:cubicBezTo>
                  <a:pt x="99815" y="6027"/>
                  <a:pt x="98606" y="6369"/>
                  <a:pt x="97373" y="6369"/>
                </a:cubicBezTo>
                <a:cubicBezTo>
                  <a:pt x="96483" y="6369"/>
                  <a:pt x="95684" y="6187"/>
                  <a:pt x="94954" y="5821"/>
                </a:cubicBezTo>
                <a:cubicBezTo>
                  <a:pt x="94725" y="5684"/>
                  <a:pt x="94429" y="5639"/>
                  <a:pt x="94132" y="5570"/>
                </a:cubicBezTo>
                <a:cubicBezTo>
                  <a:pt x="93835" y="5525"/>
                  <a:pt x="93538" y="5456"/>
                  <a:pt x="93219" y="5319"/>
                </a:cubicBezTo>
                <a:cubicBezTo>
                  <a:pt x="93105" y="5274"/>
                  <a:pt x="93013" y="5228"/>
                  <a:pt x="92922" y="5159"/>
                </a:cubicBezTo>
                <a:cubicBezTo>
                  <a:pt x="92717" y="5068"/>
                  <a:pt x="92603" y="5000"/>
                  <a:pt x="92374" y="5000"/>
                </a:cubicBezTo>
                <a:lnTo>
                  <a:pt x="91781" y="5000"/>
                </a:lnTo>
                <a:cubicBezTo>
                  <a:pt x="91507" y="5000"/>
                  <a:pt x="91165" y="4977"/>
                  <a:pt x="90822" y="4771"/>
                </a:cubicBezTo>
                <a:cubicBezTo>
                  <a:pt x="90685" y="4680"/>
                  <a:pt x="90571" y="4589"/>
                  <a:pt x="90480" y="4498"/>
                </a:cubicBezTo>
                <a:cubicBezTo>
                  <a:pt x="90366" y="4406"/>
                  <a:pt x="90274" y="4315"/>
                  <a:pt x="90160" y="4269"/>
                </a:cubicBezTo>
                <a:cubicBezTo>
                  <a:pt x="89864" y="4155"/>
                  <a:pt x="89498" y="4132"/>
                  <a:pt x="89179" y="4132"/>
                </a:cubicBezTo>
                <a:cubicBezTo>
                  <a:pt x="89110" y="4132"/>
                  <a:pt x="89042" y="4132"/>
                  <a:pt x="88973" y="4109"/>
                </a:cubicBezTo>
                <a:lnTo>
                  <a:pt x="88517" y="4109"/>
                </a:lnTo>
                <a:cubicBezTo>
                  <a:pt x="88129" y="4109"/>
                  <a:pt x="87878" y="4155"/>
                  <a:pt x="87672" y="4269"/>
                </a:cubicBezTo>
                <a:lnTo>
                  <a:pt x="87558" y="4338"/>
                </a:lnTo>
                <a:cubicBezTo>
                  <a:pt x="87513" y="4383"/>
                  <a:pt x="87444" y="4429"/>
                  <a:pt x="87398" y="4475"/>
                </a:cubicBezTo>
                <a:cubicBezTo>
                  <a:pt x="86326" y="5159"/>
                  <a:pt x="85002" y="5981"/>
                  <a:pt x="83587" y="6050"/>
                </a:cubicBezTo>
                <a:lnTo>
                  <a:pt x="83473" y="6050"/>
                </a:lnTo>
                <a:cubicBezTo>
                  <a:pt x="83016" y="6050"/>
                  <a:pt x="82605" y="5958"/>
                  <a:pt x="82194" y="5867"/>
                </a:cubicBezTo>
                <a:cubicBezTo>
                  <a:pt x="81806" y="5776"/>
                  <a:pt x="81441" y="5684"/>
                  <a:pt x="81076" y="5684"/>
                </a:cubicBezTo>
                <a:lnTo>
                  <a:pt x="81053" y="5684"/>
                </a:lnTo>
                <a:cubicBezTo>
                  <a:pt x="80916" y="5684"/>
                  <a:pt x="80779" y="5707"/>
                  <a:pt x="80642" y="5707"/>
                </a:cubicBezTo>
                <a:cubicBezTo>
                  <a:pt x="80482" y="5707"/>
                  <a:pt x="80300" y="5730"/>
                  <a:pt x="80117" y="5730"/>
                </a:cubicBezTo>
                <a:cubicBezTo>
                  <a:pt x="79798" y="5730"/>
                  <a:pt x="79364" y="5684"/>
                  <a:pt x="78953" y="5502"/>
                </a:cubicBezTo>
                <a:lnTo>
                  <a:pt x="78816" y="5433"/>
                </a:lnTo>
                <a:cubicBezTo>
                  <a:pt x="78314" y="5182"/>
                  <a:pt x="78063" y="5045"/>
                  <a:pt x="77515" y="4954"/>
                </a:cubicBezTo>
                <a:cubicBezTo>
                  <a:pt x="77424" y="4931"/>
                  <a:pt x="77333" y="4886"/>
                  <a:pt x="77287" y="4840"/>
                </a:cubicBezTo>
                <a:lnTo>
                  <a:pt x="77264" y="4817"/>
                </a:lnTo>
                <a:cubicBezTo>
                  <a:pt x="77218" y="4794"/>
                  <a:pt x="77150" y="4794"/>
                  <a:pt x="77127" y="4794"/>
                </a:cubicBezTo>
                <a:lnTo>
                  <a:pt x="76625" y="4794"/>
                </a:lnTo>
                <a:cubicBezTo>
                  <a:pt x="76237" y="4749"/>
                  <a:pt x="75872" y="4657"/>
                  <a:pt x="75506" y="4566"/>
                </a:cubicBezTo>
                <a:cubicBezTo>
                  <a:pt x="75004" y="4429"/>
                  <a:pt x="74525" y="4315"/>
                  <a:pt x="74046" y="4292"/>
                </a:cubicBezTo>
                <a:lnTo>
                  <a:pt x="73863" y="4292"/>
                </a:lnTo>
                <a:cubicBezTo>
                  <a:pt x="73110" y="4292"/>
                  <a:pt x="72494" y="4452"/>
                  <a:pt x="71763" y="4657"/>
                </a:cubicBezTo>
                <a:cubicBezTo>
                  <a:pt x="71056" y="4840"/>
                  <a:pt x="70257" y="4908"/>
                  <a:pt x="69526" y="4977"/>
                </a:cubicBezTo>
                <a:lnTo>
                  <a:pt x="69344" y="4977"/>
                </a:lnTo>
                <a:cubicBezTo>
                  <a:pt x="69230" y="5000"/>
                  <a:pt x="69093" y="5022"/>
                  <a:pt x="68956" y="5045"/>
                </a:cubicBezTo>
                <a:cubicBezTo>
                  <a:pt x="68750" y="5091"/>
                  <a:pt x="68568" y="5159"/>
                  <a:pt x="68339" y="5159"/>
                </a:cubicBezTo>
                <a:cubicBezTo>
                  <a:pt x="68294" y="5159"/>
                  <a:pt x="68248" y="5137"/>
                  <a:pt x="68225" y="5137"/>
                </a:cubicBezTo>
                <a:cubicBezTo>
                  <a:pt x="67723" y="5114"/>
                  <a:pt x="67267" y="4954"/>
                  <a:pt x="66810" y="4794"/>
                </a:cubicBezTo>
                <a:cubicBezTo>
                  <a:pt x="66536" y="4703"/>
                  <a:pt x="66285" y="4634"/>
                  <a:pt x="66057" y="4566"/>
                </a:cubicBezTo>
                <a:cubicBezTo>
                  <a:pt x="65760" y="4498"/>
                  <a:pt x="65463" y="4498"/>
                  <a:pt x="65144" y="4498"/>
                </a:cubicBezTo>
                <a:cubicBezTo>
                  <a:pt x="64870" y="4498"/>
                  <a:pt x="64573" y="4498"/>
                  <a:pt x="64254" y="4429"/>
                </a:cubicBezTo>
                <a:lnTo>
                  <a:pt x="64139" y="4429"/>
                </a:lnTo>
                <a:cubicBezTo>
                  <a:pt x="63843" y="4361"/>
                  <a:pt x="63546" y="4315"/>
                  <a:pt x="63249" y="4315"/>
                </a:cubicBezTo>
                <a:cubicBezTo>
                  <a:pt x="63112" y="4315"/>
                  <a:pt x="62975" y="4315"/>
                  <a:pt x="62861" y="4338"/>
                </a:cubicBezTo>
                <a:cubicBezTo>
                  <a:pt x="62793" y="4361"/>
                  <a:pt x="62701" y="4383"/>
                  <a:pt x="62610" y="4406"/>
                </a:cubicBezTo>
                <a:cubicBezTo>
                  <a:pt x="62313" y="4475"/>
                  <a:pt x="61971" y="4543"/>
                  <a:pt x="61652" y="4543"/>
                </a:cubicBezTo>
                <a:cubicBezTo>
                  <a:pt x="61400" y="4543"/>
                  <a:pt x="61195" y="4498"/>
                  <a:pt x="61035" y="4406"/>
                </a:cubicBezTo>
                <a:cubicBezTo>
                  <a:pt x="60853" y="4315"/>
                  <a:pt x="60761" y="4155"/>
                  <a:pt x="60693" y="4041"/>
                </a:cubicBezTo>
                <a:cubicBezTo>
                  <a:pt x="60670" y="4018"/>
                  <a:pt x="60647" y="3950"/>
                  <a:pt x="60624" y="3950"/>
                </a:cubicBezTo>
                <a:cubicBezTo>
                  <a:pt x="60624" y="3950"/>
                  <a:pt x="60579" y="3927"/>
                  <a:pt x="60465" y="3927"/>
                </a:cubicBezTo>
                <a:cubicBezTo>
                  <a:pt x="60350" y="3927"/>
                  <a:pt x="60236" y="3950"/>
                  <a:pt x="60122" y="3950"/>
                </a:cubicBezTo>
                <a:cubicBezTo>
                  <a:pt x="60008" y="3973"/>
                  <a:pt x="59894" y="3973"/>
                  <a:pt x="59825" y="3973"/>
                </a:cubicBezTo>
                <a:cubicBezTo>
                  <a:pt x="59689" y="3973"/>
                  <a:pt x="59529" y="3973"/>
                  <a:pt x="59392" y="3995"/>
                </a:cubicBezTo>
                <a:lnTo>
                  <a:pt x="58890" y="3995"/>
                </a:lnTo>
                <a:cubicBezTo>
                  <a:pt x="58616" y="3995"/>
                  <a:pt x="58410" y="3973"/>
                  <a:pt x="58205" y="3927"/>
                </a:cubicBezTo>
                <a:cubicBezTo>
                  <a:pt x="57680" y="3813"/>
                  <a:pt x="57223" y="3470"/>
                  <a:pt x="56767" y="3174"/>
                </a:cubicBezTo>
                <a:cubicBezTo>
                  <a:pt x="56516" y="2991"/>
                  <a:pt x="56288" y="2831"/>
                  <a:pt x="56059" y="2717"/>
                </a:cubicBezTo>
                <a:cubicBezTo>
                  <a:pt x="55352" y="2352"/>
                  <a:pt x="54484" y="2147"/>
                  <a:pt x="53731" y="2147"/>
                </a:cubicBezTo>
                <a:cubicBezTo>
                  <a:pt x="53503" y="2147"/>
                  <a:pt x="53275" y="2147"/>
                  <a:pt x="53069" y="2192"/>
                </a:cubicBezTo>
                <a:cubicBezTo>
                  <a:pt x="52613" y="2283"/>
                  <a:pt x="52156" y="2352"/>
                  <a:pt x="51700" y="2420"/>
                </a:cubicBezTo>
                <a:cubicBezTo>
                  <a:pt x="51243" y="2466"/>
                  <a:pt x="50787" y="2535"/>
                  <a:pt x="50330" y="2626"/>
                </a:cubicBezTo>
                <a:cubicBezTo>
                  <a:pt x="50216" y="2649"/>
                  <a:pt x="50102" y="2671"/>
                  <a:pt x="50011" y="2694"/>
                </a:cubicBezTo>
                <a:cubicBezTo>
                  <a:pt x="49554" y="2763"/>
                  <a:pt x="49075" y="2831"/>
                  <a:pt x="48801" y="3082"/>
                </a:cubicBezTo>
                <a:cubicBezTo>
                  <a:pt x="48732" y="3174"/>
                  <a:pt x="48687" y="3219"/>
                  <a:pt x="48618" y="3288"/>
                </a:cubicBezTo>
                <a:cubicBezTo>
                  <a:pt x="48504" y="3402"/>
                  <a:pt x="48390" y="3539"/>
                  <a:pt x="48185" y="3676"/>
                </a:cubicBezTo>
                <a:lnTo>
                  <a:pt x="48070" y="3767"/>
                </a:lnTo>
                <a:cubicBezTo>
                  <a:pt x="47819" y="3927"/>
                  <a:pt x="47545" y="4132"/>
                  <a:pt x="47203" y="4224"/>
                </a:cubicBezTo>
                <a:cubicBezTo>
                  <a:pt x="47089" y="4246"/>
                  <a:pt x="46975" y="4269"/>
                  <a:pt x="46861" y="4315"/>
                </a:cubicBezTo>
                <a:cubicBezTo>
                  <a:pt x="46587" y="4383"/>
                  <a:pt x="46381" y="4429"/>
                  <a:pt x="46153" y="4589"/>
                </a:cubicBezTo>
                <a:cubicBezTo>
                  <a:pt x="45925" y="4726"/>
                  <a:pt x="45765" y="4954"/>
                  <a:pt x="45605" y="5159"/>
                </a:cubicBezTo>
                <a:cubicBezTo>
                  <a:pt x="45446" y="5365"/>
                  <a:pt x="45309" y="5570"/>
                  <a:pt x="45103" y="5753"/>
                </a:cubicBezTo>
                <a:cubicBezTo>
                  <a:pt x="44943" y="5890"/>
                  <a:pt x="44761" y="5981"/>
                  <a:pt x="44601" y="6050"/>
                </a:cubicBezTo>
                <a:cubicBezTo>
                  <a:pt x="44533" y="6095"/>
                  <a:pt x="44464" y="6141"/>
                  <a:pt x="44396" y="6187"/>
                </a:cubicBezTo>
                <a:cubicBezTo>
                  <a:pt x="44167" y="6324"/>
                  <a:pt x="43962" y="6529"/>
                  <a:pt x="43734" y="6780"/>
                </a:cubicBezTo>
                <a:cubicBezTo>
                  <a:pt x="43300" y="7214"/>
                  <a:pt x="42821" y="7716"/>
                  <a:pt x="42113" y="7762"/>
                </a:cubicBezTo>
                <a:cubicBezTo>
                  <a:pt x="42022" y="7762"/>
                  <a:pt x="41930" y="7762"/>
                  <a:pt x="41816" y="7784"/>
                </a:cubicBezTo>
                <a:cubicBezTo>
                  <a:pt x="41611" y="7784"/>
                  <a:pt x="41383" y="7807"/>
                  <a:pt x="41154" y="7807"/>
                </a:cubicBezTo>
                <a:cubicBezTo>
                  <a:pt x="40858" y="7807"/>
                  <a:pt x="40607" y="7784"/>
                  <a:pt x="40424" y="7693"/>
                </a:cubicBezTo>
                <a:cubicBezTo>
                  <a:pt x="40287" y="7647"/>
                  <a:pt x="40196" y="7556"/>
                  <a:pt x="40104" y="7488"/>
                </a:cubicBezTo>
                <a:cubicBezTo>
                  <a:pt x="40059" y="7442"/>
                  <a:pt x="40013" y="7396"/>
                  <a:pt x="39990" y="7396"/>
                </a:cubicBezTo>
                <a:cubicBezTo>
                  <a:pt x="39967" y="7373"/>
                  <a:pt x="39922" y="7373"/>
                  <a:pt x="39876" y="7351"/>
                </a:cubicBezTo>
                <a:cubicBezTo>
                  <a:pt x="39785" y="7328"/>
                  <a:pt x="39671" y="7305"/>
                  <a:pt x="39534" y="7259"/>
                </a:cubicBezTo>
                <a:cubicBezTo>
                  <a:pt x="39100" y="7031"/>
                  <a:pt x="39009" y="6666"/>
                  <a:pt x="38918" y="6324"/>
                </a:cubicBezTo>
                <a:lnTo>
                  <a:pt x="38895" y="6255"/>
                </a:lnTo>
                <a:cubicBezTo>
                  <a:pt x="38872" y="6187"/>
                  <a:pt x="38849" y="6095"/>
                  <a:pt x="38849" y="6004"/>
                </a:cubicBezTo>
                <a:cubicBezTo>
                  <a:pt x="38826" y="5913"/>
                  <a:pt x="38803" y="5776"/>
                  <a:pt x="38781" y="5684"/>
                </a:cubicBezTo>
                <a:cubicBezTo>
                  <a:pt x="38735" y="5684"/>
                  <a:pt x="38689" y="5707"/>
                  <a:pt x="38644" y="5707"/>
                </a:cubicBezTo>
                <a:cubicBezTo>
                  <a:pt x="38621" y="5707"/>
                  <a:pt x="38575" y="5707"/>
                  <a:pt x="38507" y="5684"/>
                </a:cubicBezTo>
                <a:cubicBezTo>
                  <a:pt x="38027" y="5639"/>
                  <a:pt x="37731" y="5433"/>
                  <a:pt x="37388" y="5228"/>
                </a:cubicBezTo>
                <a:lnTo>
                  <a:pt x="37343" y="5182"/>
                </a:lnTo>
                <a:lnTo>
                  <a:pt x="37320" y="5182"/>
                </a:lnTo>
                <a:cubicBezTo>
                  <a:pt x="37206" y="5182"/>
                  <a:pt x="37023" y="5159"/>
                  <a:pt x="36909" y="5045"/>
                </a:cubicBezTo>
                <a:cubicBezTo>
                  <a:pt x="36772" y="4908"/>
                  <a:pt x="36726" y="4749"/>
                  <a:pt x="36703" y="4634"/>
                </a:cubicBezTo>
                <a:lnTo>
                  <a:pt x="36681" y="4566"/>
                </a:lnTo>
                <a:cubicBezTo>
                  <a:pt x="36567" y="4406"/>
                  <a:pt x="36544" y="4361"/>
                  <a:pt x="36475" y="4338"/>
                </a:cubicBezTo>
                <a:cubicBezTo>
                  <a:pt x="36452" y="4338"/>
                  <a:pt x="36407" y="4315"/>
                  <a:pt x="36361" y="4315"/>
                </a:cubicBezTo>
                <a:cubicBezTo>
                  <a:pt x="36315" y="4315"/>
                  <a:pt x="36270" y="4338"/>
                  <a:pt x="36201" y="4338"/>
                </a:cubicBezTo>
                <a:lnTo>
                  <a:pt x="36019" y="4338"/>
                </a:lnTo>
                <a:cubicBezTo>
                  <a:pt x="35927" y="4338"/>
                  <a:pt x="35836" y="4338"/>
                  <a:pt x="35768" y="4315"/>
                </a:cubicBezTo>
                <a:cubicBezTo>
                  <a:pt x="35562" y="4269"/>
                  <a:pt x="35402" y="4178"/>
                  <a:pt x="35288" y="4087"/>
                </a:cubicBezTo>
                <a:cubicBezTo>
                  <a:pt x="35174" y="4018"/>
                  <a:pt x="35083" y="3973"/>
                  <a:pt x="34992" y="3950"/>
                </a:cubicBezTo>
                <a:cubicBezTo>
                  <a:pt x="34923" y="3927"/>
                  <a:pt x="34832" y="3927"/>
                  <a:pt x="34763" y="3904"/>
                </a:cubicBezTo>
                <a:cubicBezTo>
                  <a:pt x="34512" y="3858"/>
                  <a:pt x="34261" y="3813"/>
                  <a:pt x="33964" y="3676"/>
                </a:cubicBezTo>
                <a:cubicBezTo>
                  <a:pt x="33896" y="3653"/>
                  <a:pt x="33827" y="3607"/>
                  <a:pt x="33759" y="3585"/>
                </a:cubicBezTo>
                <a:cubicBezTo>
                  <a:pt x="33599" y="3493"/>
                  <a:pt x="33485" y="3425"/>
                  <a:pt x="33371" y="3425"/>
                </a:cubicBezTo>
                <a:lnTo>
                  <a:pt x="33325" y="3448"/>
                </a:lnTo>
                <a:cubicBezTo>
                  <a:pt x="33211" y="3448"/>
                  <a:pt x="33097" y="3470"/>
                  <a:pt x="33006" y="3493"/>
                </a:cubicBezTo>
                <a:cubicBezTo>
                  <a:pt x="32869" y="3516"/>
                  <a:pt x="32755" y="3539"/>
                  <a:pt x="32595" y="3539"/>
                </a:cubicBezTo>
                <a:cubicBezTo>
                  <a:pt x="32435" y="3539"/>
                  <a:pt x="32298" y="3516"/>
                  <a:pt x="32116" y="3448"/>
                </a:cubicBezTo>
                <a:cubicBezTo>
                  <a:pt x="31842" y="3379"/>
                  <a:pt x="31705" y="3333"/>
                  <a:pt x="31545" y="3333"/>
                </a:cubicBezTo>
                <a:cubicBezTo>
                  <a:pt x="31431" y="3333"/>
                  <a:pt x="31271" y="3356"/>
                  <a:pt x="30997" y="3402"/>
                </a:cubicBezTo>
                <a:cubicBezTo>
                  <a:pt x="30906" y="3425"/>
                  <a:pt x="30815" y="3425"/>
                  <a:pt x="30746" y="3425"/>
                </a:cubicBezTo>
                <a:cubicBezTo>
                  <a:pt x="30518" y="3425"/>
                  <a:pt x="30358" y="3379"/>
                  <a:pt x="30198" y="3333"/>
                </a:cubicBezTo>
                <a:cubicBezTo>
                  <a:pt x="30130" y="3311"/>
                  <a:pt x="30061" y="3288"/>
                  <a:pt x="29970" y="3265"/>
                </a:cubicBezTo>
                <a:cubicBezTo>
                  <a:pt x="29856" y="3242"/>
                  <a:pt x="29719" y="3219"/>
                  <a:pt x="29605" y="3219"/>
                </a:cubicBezTo>
                <a:cubicBezTo>
                  <a:pt x="29171" y="3219"/>
                  <a:pt x="28783" y="3379"/>
                  <a:pt x="28372" y="3562"/>
                </a:cubicBezTo>
                <a:cubicBezTo>
                  <a:pt x="28075" y="3699"/>
                  <a:pt x="27756" y="3858"/>
                  <a:pt x="27414" y="3927"/>
                </a:cubicBezTo>
                <a:cubicBezTo>
                  <a:pt x="27208" y="3973"/>
                  <a:pt x="26957" y="3995"/>
                  <a:pt x="26706" y="3995"/>
                </a:cubicBezTo>
                <a:cubicBezTo>
                  <a:pt x="26341" y="3995"/>
                  <a:pt x="26067" y="3950"/>
                  <a:pt x="25861" y="3858"/>
                </a:cubicBezTo>
                <a:cubicBezTo>
                  <a:pt x="25679" y="3744"/>
                  <a:pt x="25588" y="3630"/>
                  <a:pt x="25496" y="3562"/>
                </a:cubicBezTo>
                <a:cubicBezTo>
                  <a:pt x="25428" y="3470"/>
                  <a:pt x="25405" y="3448"/>
                  <a:pt x="25336" y="3425"/>
                </a:cubicBezTo>
                <a:cubicBezTo>
                  <a:pt x="25222" y="3402"/>
                  <a:pt x="25108" y="3402"/>
                  <a:pt x="25017" y="3402"/>
                </a:cubicBezTo>
                <a:lnTo>
                  <a:pt x="24926" y="3402"/>
                </a:lnTo>
                <a:cubicBezTo>
                  <a:pt x="24743" y="3402"/>
                  <a:pt x="24538" y="3402"/>
                  <a:pt x="24286" y="3311"/>
                </a:cubicBezTo>
                <a:cubicBezTo>
                  <a:pt x="24013" y="3196"/>
                  <a:pt x="23784" y="3128"/>
                  <a:pt x="23488" y="3105"/>
                </a:cubicBezTo>
                <a:cubicBezTo>
                  <a:pt x="23328" y="3082"/>
                  <a:pt x="23168" y="3082"/>
                  <a:pt x="23008" y="3082"/>
                </a:cubicBezTo>
                <a:cubicBezTo>
                  <a:pt x="22666" y="3082"/>
                  <a:pt x="22438" y="3128"/>
                  <a:pt x="22232" y="3219"/>
                </a:cubicBezTo>
                <a:cubicBezTo>
                  <a:pt x="22118" y="3288"/>
                  <a:pt x="22072" y="3311"/>
                  <a:pt x="21981" y="3402"/>
                </a:cubicBezTo>
                <a:cubicBezTo>
                  <a:pt x="21935" y="3425"/>
                  <a:pt x="21890" y="3470"/>
                  <a:pt x="21844" y="3493"/>
                </a:cubicBezTo>
                <a:cubicBezTo>
                  <a:pt x="21570" y="3699"/>
                  <a:pt x="21296" y="3858"/>
                  <a:pt x="21000" y="4018"/>
                </a:cubicBezTo>
                <a:cubicBezTo>
                  <a:pt x="20749" y="4155"/>
                  <a:pt x="20520" y="4292"/>
                  <a:pt x="20315" y="4452"/>
                </a:cubicBezTo>
                <a:cubicBezTo>
                  <a:pt x="20246" y="4498"/>
                  <a:pt x="20201" y="4543"/>
                  <a:pt x="20155" y="4566"/>
                </a:cubicBezTo>
                <a:cubicBezTo>
                  <a:pt x="19995" y="4703"/>
                  <a:pt x="19858" y="4840"/>
                  <a:pt x="19516" y="4954"/>
                </a:cubicBezTo>
                <a:lnTo>
                  <a:pt x="19402" y="4977"/>
                </a:lnTo>
                <a:cubicBezTo>
                  <a:pt x="19151" y="5045"/>
                  <a:pt x="18923" y="5114"/>
                  <a:pt x="18740" y="5228"/>
                </a:cubicBezTo>
                <a:cubicBezTo>
                  <a:pt x="18694" y="5274"/>
                  <a:pt x="18649" y="5319"/>
                  <a:pt x="18603" y="5365"/>
                </a:cubicBezTo>
                <a:cubicBezTo>
                  <a:pt x="18512" y="5456"/>
                  <a:pt x="18398" y="5570"/>
                  <a:pt x="18192" y="5662"/>
                </a:cubicBezTo>
                <a:cubicBezTo>
                  <a:pt x="17439" y="6004"/>
                  <a:pt x="17142" y="6050"/>
                  <a:pt x="17005" y="6050"/>
                </a:cubicBezTo>
                <a:cubicBezTo>
                  <a:pt x="16731" y="6050"/>
                  <a:pt x="16526" y="5936"/>
                  <a:pt x="16343" y="5867"/>
                </a:cubicBezTo>
                <a:cubicBezTo>
                  <a:pt x="16298" y="5844"/>
                  <a:pt x="16252" y="5799"/>
                  <a:pt x="16206" y="5776"/>
                </a:cubicBezTo>
                <a:cubicBezTo>
                  <a:pt x="16024" y="5707"/>
                  <a:pt x="15978" y="5707"/>
                  <a:pt x="15727" y="5684"/>
                </a:cubicBezTo>
                <a:lnTo>
                  <a:pt x="15613" y="5684"/>
                </a:lnTo>
                <a:cubicBezTo>
                  <a:pt x="15179" y="5684"/>
                  <a:pt x="14974" y="5502"/>
                  <a:pt x="14768" y="5296"/>
                </a:cubicBezTo>
                <a:lnTo>
                  <a:pt x="14700" y="5251"/>
                </a:lnTo>
                <a:cubicBezTo>
                  <a:pt x="14654" y="5205"/>
                  <a:pt x="14609" y="5182"/>
                  <a:pt x="14563" y="5137"/>
                </a:cubicBezTo>
                <a:cubicBezTo>
                  <a:pt x="14403" y="5022"/>
                  <a:pt x="14175" y="4863"/>
                  <a:pt x="14084" y="4612"/>
                </a:cubicBezTo>
                <a:cubicBezTo>
                  <a:pt x="13969" y="4589"/>
                  <a:pt x="13855" y="4589"/>
                  <a:pt x="13718" y="4566"/>
                </a:cubicBezTo>
                <a:cubicBezTo>
                  <a:pt x="13490" y="4543"/>
                  <a:pt x="13216" y="4520"/>
                  <a:pt x="12942" y="4429"/>
                </a:cubicBezTo>
                <a:cubicBezTo>
                  <a:pt x="12783" y="4361"/>
                  <a:pt x="12646" y="4269"/>
                  <a:pt x="12486" y="4201"/>
                </a:cubicBezTo>
                <a:cubicBezTo>
                  <a:pt x="12349" y="4109"/>
                  <a:pt x="12189" y="4018"/>
                  <a:pt x="12052" y="3995"/>
                </a:cubicBezTo>
                <a:cubicBezTo>
                  <a:pt x="11984" y="3973"/>
                  <a:pt x="11915" y="3973"/>
                  <a:pt x="11847" y="3973"/>
                </a:cubicBezTo>
                <a:lnTo>
                  <a:pt x="11550" y="3973"/>
                </a:lnTo>
                <a:cubicBezTo>
                  <a:pt x="11436" y="3995"/>
                  <a:pt x="11345" y="3995"/>
                  <a:pt x="11208" y="3995"/>
                </a:cubicBezTo>
                <a:cubicBezTo>
                  <a:pt x="11071" y="3995"/>
                  <a:pt x="10934" y="3973"/>
                  <a:pt x="10797" y="3950"/>
                </a:cubicBezTo>
                <a:cubicBezTo>
                  <a:pt x="10340" y="3813"/>
                  <a:pt x="10135" y="3425"/>
                  <a:pt x="9952" y="3105"/>
                </a:cubicBezTo>
                <a:lnTo>
                  <a:pt x="9929" y="3105"/>
                </a:lnTo>
                <a:cubicBezTo>
                  <a:pt x="9724" y="2717"/>
                  <a:pt x="9290" y="2283"/>
                  <a:pt x="8834" y="2010"/>
                </a:cubicBezTo>
                <a:cubicBezTo>
                  <a:pt x="8674" y="1918"/>
                  <a:pt x="8560" y="1895"/>
                  <a:pt x="8354" y="1895"/>
                </a:cubicBezTo>
                <a:lnTo>
                  <a:pt x="8126" y="1895"/>
                </a:lnTo>
                <a:cubicBezTo>
                  <a:pt x="7738" y="1895"/>
                  <a:pt x="7578" y="1827"/>
                  <a:pt x="7327" y="1713"/>
                </a:cubicBezTo>
                <a:lnTo>
                  <a:pt x="7282" y="1690"/>
                </a:lnTo>
                <a:cubicBezTo>
                  <a:pt x="7213" y="1667"/>
                  <a:pt x="7168" y="1644"/>
                  <a:pt x="7099" y="1622"/>
                </a:cubicBezTo>
                <a:cubicBezTo>
                  <a:pt x="6916" y="1553"/>
                  <a:pt x="6711" y="1462"/>
                  <a:pt x="6528" y="1325"/>
                </a:cubicBezTo>
                <a:cubicBezTo>
                  <a:pt x="6369" y="1188"/>
                  <a:pt x="6277" y="1051"/>
                  <a:pt x="6186" y="914"/>
                </a:cubicBezTo>
                <a:cubicBezTo>
                  <a:pt x="6118" y="800"/>
                  <a:pt x="6049" y="731"/>
                  <a:pt x="5981" y="686"/>
                </a:cubicBezTo>
                <a:cubicBezTo>
                  <a:pt x="5638" y="480"/>
                  <a:pt x="5227" y="366"/>
                  <a:pt x="4885" y="366"/>
                </a:cubicBezTo>
                <a:lnTo>
                  <a:pt x="488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12900"/>
            <a:ext cx="77040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334225"/>
            <a:ext cx="7708500" cy="3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AutoNum type="arabicPeriod"/>
              <a:defRPr sz="1100"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 rot="5400000">
            <a:off x="6316076" y="2316144"/>
            <a:ext cx="5144643" cy="51120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723250" y="1699738"/>
            <a:ext cx="1822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5599700" y="1710063"/>
            <a:ext cx="181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180600" y="2698150"/>
            <a:ext cx="2907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055800" y="2698150"/>
            <a:ext cx="2907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720000" y="411575"/>
            <a:ext cx="38520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720000" y="2364375"/>
            <a:ext cx="34851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38" name="Google Shape;38;p7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725475" y="1986575"/>
            <a:ext cx="7693200" cy="11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/>
          <p:nvPr/>
        </p:nvSpPr>
        <p:spPr>
          <a:xfrm rot="10800000">
            <a:off x="-4" y="4619606"/>
            <a:ext cx="9163054" cy="52389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720000" y="339750"/>
            <a:ext cx="43695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1036425" y="2732313"/>
            <a:ext cx="3081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6" name="Google Shape;46;p9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>
            <p:ph idx="2" type="pic"/>
          </p:nvPr>
        </p:nvSpPr>
        <p:spPr>
          <a:xfrm>
            <a:off x="25" y="-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528350" y="1321750"/>
            <a:ext cx="2952900" cy="25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-18300" y="1171925"/>
            <a:ext cx="9180603" cy="2222957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2091275" y="3255925"/>
            <a:ext cx="4961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660250" y="1794575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208800" y="2572022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2" type="title"/>
          </p:nvPr>
        </p:nvSpPr>
        <p:spPr>
          <a:xfrm>
            <a:off x="5506000" y="1794575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" name="Google Shape;59;p13"/>
          <p:cNvSpPr txBox="1"/>
          <p:nvPr>
            <p:ph idx="3" type="subTitle"/>
          </p:nvPr>
        </p:nvSpPr>
        <p:spPr>
          <a:xfrm>
            <a:off x="5054500" y="2572050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4" type="title"/>
          </p:nvPr>
        </p:nvSpPr>
        <p:spPr>
          <a:xfrm>
            <a:off x="1660250" y="3540826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1" name="Google Shape;61;p13"/>
          <p:cNvSpPr txBox="1"/>
          <p:nvPr>
            <p:ph idx="5" type="subTitle"/>
          </p:nvPr>
        </p:nvSpPr>
        <p:spPr>
          <a:xfrm>
            <a:off x="1212000" y="4312553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6" type="title"/>
          </p:nvPr>
        </p:nvSpPr>
        <p:spPr>
          <a:xfrm>
            <a:off x="5506000" y="3540826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" name="Google Shape;63;p13"/>
          <p:cNvSpPr txBox="1"/>
          <p:nvPr>
            <p:ph idx="7" type="subTitle"/>
          </p:nvPr>
        </p:nvSpPr>
        <p:spPr>
          <a:xfrm>
            <a:off x="5057700" y="4312552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8" type="title"/>
          </p:nvPr>
        </p:nvSpPr>
        <p:spPr>
          <a:xfrm>
            <a:off x="720000" y="411875"/>
            <a:ext cx="7704000" cy="552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hasCustomPrompt="1" idx="9" type="title"/>
          </p:nvPr>
        </p:nvSpPr>
        <p:spPr>
          <a:xfrm>
            <a:off x="2220850" y="14342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3" type="title"/>
          </p:nvPr>
        </p:nvSpPr>
        <p:spPr>
          <a:xfrm>
            <a:off x="2220850" y="31775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4" type="title"/>
          </p:nvPr>
        </p:nvSpPr>
        <p:spPr>
          <a:xfrm>
            <a:off x="6069550" y="1434225"/>
            <a:ext cx="84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15" type="title"/>
          </p:nvPr>
        </p:nvSpPr>
        <p:spPr>
          <a:xfrm>
            <a:off x="6066550" y="316687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713225" y="996200"/>
            <a:ext cx="5276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713225" y="420738"/>
            <a:ext cx="7705200" cy="54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3" name="Google Shape;73;p14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2_2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713225" y="999650"/>
            <a:ext cx="5276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713225" y="413875"/>
            <a:ext cx="7710900" cy="548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7" name="Google Shape;77;p15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/>
          <p:nvPr/>
        </p:nvSpPr>
        <p:spPr>
          <a:xfrm rot="5400000">
            <a:off x="561750" y="421660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le and two columns 1">
  <p:cSld name="CUSTOM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732906" y="1433001"/>
            <a:ext cx="3634800" cy="27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4776305" y="1432975"/>
            <a:ext cx="3634800" cy="27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" name="Google Shape;83;p16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6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2_4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713150" y="2384812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713150" y="2868161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2" type="title"/>
          </p:nvPr>
        </p:nvSpPr>
        <p:spPr>
          <a:xfrm>
            <a:off x="713150" y="3541723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3" type="subTitle"/>
          </p:nvPr>
        </p:nvSpPr>
        <p:spPr>
          <a:xfrm>
            <a:off x="713150" y="4024621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4" type="title"/>
          </p:nvPr>
        </p:nvSpPr>
        <p:spPr>
          <a:xfrm>
            <a:off x="713150" y="1227425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5" type="subTitle"/>
          </p:nvPr>
        </p:nvSpPr>
        <p:spPr>
          <a:xfrm>
            <a:off x="713150" y="1711225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6" type="title"/>
          </p:nvPr>
        </p:nvSpPr>
        <p:spPr>
          <a:xfrm>
            <a:off x="720000" y="413875"/>
            <a:ext cx="7691100" cy="548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7"/>
          <p:cNvSpPr/>
          <p:nvPr/>
        </p:nvSpPr>
        <p:spPr>
          <a:xfrm rot="5400000">
            <a:off x="6317326" y="2316719"/>
            <a:ext cx="5144643" cy="51120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17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2_5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827800" y="1919021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1175247" y="2401391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2" type="title"/>
          </p:nvPr>
        </p:nvSpPr>
        <p:spPr>
          <a:xfrm>
            <a:off x="4802760" y="1911347"/>
            <a:ext cx="35136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3" type="subTitle"/>
          </p:nvPr>
        </p:nvSpPr>
        <p:spPr>
          <a:xfrm>
            <a:off x="5162600" y="2386042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4" type="title"/>
          </p:nvPr>
        </p:nvSpPr>
        <p:spPr>
          <a:xfrm>
            <a:off x="827800" y="3647082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5" type="subTitle"/>
          </p:nvPr>
        </p:nvSpPr>
        <p:spPr>
          <a:xfrm>
            <a:off x="1175247" y="4125614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6" type="title"/>
          </p:nvPr>
        </p:nvSpPr>
        <p:spPr>
          <a:xfrm>
            <a:off x="4815153" y="3647082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5162600" y="4125614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8" type="title"/>
          </p:nvPr>
        </p:nvSpPr>
        <p:spPr>
          <a:xfrm>
            <a:off x="720000" y="410114"/>
            <a:ext cx="7704000" cy="550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2_6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1046355" y="1468099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808005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2" type="title"/>
          </p:nvPr>
        </p:nvSpPr>
        <p:spPr>
          <a:xfrm>
            <a:off x="3649764" y="1466743"/>
            <a:ext cx="1828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3" type="subTitle"/>
          </p:nvPr>
        </p:nvSpPr>
        <p:spPr>
          <a:xfrm>
            <a:off x="3411414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4" type="title"/>
          </p:nvPr>
        </p:nvSpPr>
        <p:spPr>
          <a:xfrm>
            <a:off x="1046355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9"/>
          <p:cNvSpPr txBox="1"/>
          <p:nvPr>
            <p:ph idx="5" type="subTitle"/>
          </p:nvPr>
        </p:nvSpPr>
        <p:spPr>
          <a:xfrm>
            <a:off x="808605" y="3811625"/>
            <a:ext cx="2304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6" type="title"/>
          </p:nvPr>
        </p:nvSpPr>
        <p:spPr>
          <a:xfrm>
            <a:off x="3649764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7" type="subTitle"/>
          </p:nvPr>
        </p:nvSpPr>
        <p:spPr>
          <a:xfrm>
            <a:off x="3411414" y="38116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8" type="title"/>
          </p:nvPr>
        </p:nvSpPr>
        <p:spPr>
          <a:xfrm>
            <a:off x="6268838" y="1456692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9" type="subTitle"/>
          </p:nvPr>
        </p:nvSpPr>
        <p:spPr>
          <a:xfrm>
            <a:off x="6030488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3" type="title"/>
          </p:nvPr>
        </p:nvSpPr>
        <p:spPr>
          <a:xfrm>
            <a:off x="6268838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4" type="subTitle"/>
          </p:nvPr>
        </p:nvSpPr>
        <p:spPr>
          <a:xfrm>
            <a:off x="6030488" y="38116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15" type="title"/>
          </p:nvPr>
        </p:nvSpPr>
        <p:spPr>
          <a:xfrm>
            <a:off x="720000" y="411781"/>
            <a:ext cx="7704000" cy="552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720000" y="416063"/>
            <a:ext cx="7707600" cy="54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26" name="Google Shape;126;p20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0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2_7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hasCustomPrompt="1" type="title"/>
          </p:nvPr>
        </p:nvSpPr>
        <p:spPr>
          <a:xfrm>
            <a:off x="47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21"/>
          <p:cNvSpPr txBox="1"/>
          <p:nvPr>
            <p:ph idx="1" type="subTitle"/>
          </p:nvPr>
        </p:nvSpPr>
        <p:spPr>
          <a:xfrm>
            <a:off x="5277850" y="1943714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hasCustomPrompt="1" idx="2" type="title"/>
          </p:nvPr>
        </p:nvSpPr>
        <p:spPr>
          <a:xfrm>
            <a:off x="12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21"/>
          <p:cNvSpPr txBox="1"/>
          <p:nvPr>
            <p:ph idx="3" type="subTitle"/>
          </p:nvPr>
        </p:nvSpPr>
        <p:spPr>
          <a:xfrm>
            <a:off x="1777850" y="1943714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3" name="Google Shape;133;p21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>
            <p:ph hasCustomPrompt="1" idx="4" type="title"/>
          </p:nvPr>
        </p:nvSpPr>
        <p:spPr>
          <a:xfrm>
            <a:off x="12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1"/>
          <p:cNvSpPr txBox="1"/>
          <p:nvPr>
            <p:ph idx="5" type="subTitle"/>
          </p:nvPr>
        </p:nvSpPr>
        <p:spPr>
          <a:xfrm>
            <a:off x="5277850" y="3650839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" name="Google Shape;136;p21"/>
          <p:cNvSpPr txBox="1"/>
          <p:nvPr>
            <p:ph hasCustomPrompt="1" idx="6" type="title"/>
          </p:nvPr>
        </p:nvSpPr>
        <p:spPr>
          <a:xfrm>
            <a:off x="47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1"/>
          <p:cNvSpPr txBox="1"/>
          <p:nvPr>
            <p:ph idx="7" type="subTitle"/>
          </p:nvPr>
        </p:nvSpPr>
        <p:spPr>
          <a:xfrm>
            <a:off x="1777850" y="3650839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" name="Google Shape;138;p21"/>
          <p:cNvSpPr/>
          <p:nvPr/>
        </p:nvSpPr>
        <p:spPr>
          <a:xfrm rot="5400000">
            <a:off x="8216125" y="42154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ctrTitle"/>
          </p:nvPr>
        </p:nvSpPr>
        <p:spPr>
          <a:xfrm>
            <a:off x="2748131" y="688758"/>
            <a:ext cx="36477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2961400" y="2300475"/>
            <a:ext cx="3221100" cy="10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22"/>
          <p:cNvSpPr txBox="1"/>
          <p:nvPr/>
        </p:nvSpPr>
        <p:spPr>
          <a:xfrm>
            <a:off x="713225" y="3721525"/>
            <a:ext cx="2285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infographics &amp; images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2"/>
              </a:solidFill>
              <a:highlight>
                <a:srgbClr val="DFDEF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2"/>
          <p:cNvSpPr/>
          <p:nvPr/>
        </p:nvSpPr>
        <p:spPr>
          <a:xfrm rot="5400000">
            <a:off x="8216125" y="42154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2_1"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2_1_1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 rot="10800000">
            <a:off x="-4" y="4619606"/>
            <a:ext cx="9163054" cy="52389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 Black"/>
              <a:buNone/>
              <a:defRPr sz="35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/>
          <p:nvPr/>
        </p:nvSpPr>
        <p:spPr>
          <a:xfrm>
            <a:off x="2400400" y="3549750"/>
            <a:ext cx="4343342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61" name="Google Shape;161;p28"/>
          <p:cNvSpPr/>
          <p:nvPr/>
        </p:nvSpPr>
        <p:spPr>
          <a:xfrm>
            <a:off x="2400250" y="859575"/>
            <a:ext cx="4343501" cy="5647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DRP</a:t>
            </a:r>
          </a:p>
        </p:txBody>
      </p:sp>
      <p:sp>
        <p:nvSpPr>
          <p:cNvPr id="162" name="Google Shape;162;p28"/>
          <p:cNvSpPr/>
          <p:nvPr/>
        </p:nvSpPr>
        <p:spPr>
          <a:xfrm>
            <a:off x="2400250" y="2527900"/>
            <a:ext cx="4343501" cy="5647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DRP</a:t>
            </a:r>
          </a:p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2392550" y="3647550"/>
            <a:ext cx="43434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Montserrat"/>
                <a:ea typeface="Montserrat"/>
                <a:cs typeface="Montserrat"/>
                <a:sym typeface="Montserrat"/>
              </a:rPr>
              <a:t>Domestic Resource Planning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2170537" y="1011977"/>
            <a:ext cx="4802925" cy="184317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5" name="Google Shape;165;p28"/>
          <p:cNvSpPr txBox="1"/>
          <p:nvPr>
            <p:ph type="ctrTitle"/>
          </p:nvPr>
        </p:nvSpPr>
        <p:spPr>
          <a:xfrm>
            <a:off x="1669800" y="1470975"/>
            <a:ext cx="5804400" cy="10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DRP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720000" y="412900"/>
            <a:ext cx="77040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ES DRP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720000" y="1334225"/>
            <a:ext cx="7708500" cy="3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DRP lleva al hogar el enfoque de un ERP: saber qué hay, dónde está, quién responde de ello y cuándo toca revisarlo.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Un core mínimo obligatorio: assets, ubicaciones, artículos, documentos, usuarios y préstamos.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-ES"/>
              <a:t>Módulos que cada hogar enciende cuando le hacen falta, sin rehacer nada de lo que ya tenía cargado.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Cabe todo el material de la casa, desde la caldera hasta el paquete de harina, y no solo lo que vale dinero.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Cada cosa con su ubicación, su responsable y su documentación al lado: manuales, facturas y garantías.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Varios hogares comparten instalación sin verse entre ellos, con dos capas de aislamiento por debajo.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Avisos que llegan solos: un resumen diario por hogar, y solo cuando hay algo que contar.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Aplicación web responsive, del móvil de 375 px a una pantalla ultrawide, y accesible según WCAG 2.2 AA.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/>
          <p:nvPr/>
        </p:nvSpPr>
        <p:spPr>
          <a:xfrm>
            <a:off x="5323120" y="3084974"/>
            <a:ext cx="2337060" cy="1059291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1475520" y="3084998"/>
            <a:ext cx="2340860" cy="1059291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/>
          <p:nvPr/>
        </p:nvSpPr>
        <p:spPr>
          <a:xfrm>
            <a:off x="1475495" y="1358024"/>
            <a:ext cx="2340911" cy="1059291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/>
          <p:nvPr/>
        </p:nvSpPr>
        <p:spPr>
          <a:xfrm>
            <a:off x="5321220" y="1358024"/>
            <a:ext cx="2340860" cy="1059291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 txBox="1"/>
          <p:nvPr>
            <p:ph idx="8" type="title"/>
          </p:nvPr>
        </p:nvSpPr>
        <p:spPr>
          <a:xfrm>
            <a:off x="720000" y="4118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ÍNDICE</a:t>
            </a:r>
            <a:endParaRPr/>
          </a:p>
        </p:txBody>
      </p:sp>
      <p:sp>
        <p:nvSpPr>
          <p:cNvPr id="182" name="Google Shape;182;p30"/>
          <p:cNvSpPr txBox="1"/>
          <p:nvPr>
            <p:ph type="title"/>
          </p:nvPr>
        </p:nvSpPr>
        <p:spPr>
          <a:xfrm>
            <a:off x="1660250" y="1794575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PROBLEMA</a:t>
            </a:r>
            <a:endParaRPr/>
          </a:p>
        </p:txBody>
      </p:sp>
      <p:sp>
        <p:nvSpPr>
          <p:cNvPr id="183" name="Google Shape;183;p30"/>
          <p:cNvSpPr txBox="1"/>
          <p:nvPr>
            <p:ph idx="1" type="subTitle"/>
          </p:nvPr>
        </p:nvSpPr>
        <p:spPr>
          <a:xfrm>
            <a:off x="1208800" y="2572022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Dónde está hoy la información de una casa</a:t>
            </a:r>
            <a:endParaRPr/>
          </a:p>
        </p:txBody>
      </p:sp>
      <p:sp>
        <p:nvSpPr>
          <p:cNvPr id="184" name="Google Shape;184;p30"/>
          <p:cNvSpPr txBox="1"/>
          <p:nvPr>
            <p:ph idx="2" type="title"/>
          </p:nvPr>
        </p:nvSpPr>
        <p:spPr>
          <a:xfrm>
            <a:off x="5506000" y="1794575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SOLUCIÓN</a:t>
            </a:r>
            <a:endParaRPr/>
          </a:p>
        </p:txBody>
      </p:sp>
      <p:sp>
        <p:nvSpPr>
          <p:cNvPr id="185" name="Google Shape;185;p30"/>
          <p:cNvSpPr txBox="1"/>
          <p:nvPr>
            <p:ph idx="3" type="subTitle"/>
          </p:nvPr>
        </p:nvSpPr>
        <p:spPr>
          <a:xfrm>
            <a:off x="5054500" y="2572050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core mínimo y módulos que se encienden</a:t>
            </a:r>
            <a:endParaRPr/>
          </a:p>
        </p:txBody>
      </p:sp>
      <p:sp>
        <p:nvSpPr>
          <p:cNvPr id="186" name="Google Shape;186;p30"/>
          <p:cNvSpPr txBox="1"/>
          <p:nvPr>
            <p:ph idx="4" type="title"/>
          </p:nvPr>
        </p:nvSpPr>
        <p:spPr>
          <a:xfrm>
            <a:off x="1660250" y="3540826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MÓDULOS</a:t>
            </a:r>
            <a:endParaRPr/>
          </a:p>
        </p:txBody>
      </p:sp>
      <p:sp>
        <p:nvSpPr>
          <p:cNvPr id="187" name="Google Shape;187;p30"/>
          <p:cNvSpPr txBox="1"/>
          <p:nvPr>
            <p:ph idx="5" type="subTitle"/>
          </p:nvPr>
        </p:nvSpPr>
        <p:spPr>
          <a:xfrm>
            <a:off x="1212000" y="4312553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Trece capacidades, cuatro ya construidas</a:t>
            </a:r>
            <a:endParaRPr/>
          </a:p>
        </p:txBody>
      </p:sp>
      <p:sp>
        <p:nvSpPr>
          <p:cNvPr id="188" name="Google Shape;188;p30"/>
          <p:cNvSpPr txBox="1"/>
          <p:nvPr>
            <p:ph idx="6" type="title"/>
          </p:nvPr>
        </p:nvSpPr>
        <p:spPr>
          <a:xfrm>
            <a:off x="5506000" y="3540826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ESTADO</a:t>
            </a:r>
            <a:endParaRPr/>
          </a:p>
        </p:txBody>
      </p:sp>
      <p:sp>
        <p:nvSpPr>
          <p:cNvPr id="189" name="Google Shape;189;p30"/>
          <p:cNvSpPr txBox="1"/>
          <p:nvPr>
            <p:ph idx="7" type="subTitle"/>
          </p:nvPr>
        </p:nvSpPr>
        <p:spPr>
          <a:xfrm>
            <a:off x="5057700" y="4312552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hay hecho y qué viene detrás</a:t>
            </a:r>
            <a:endParaRPr/>
          </a:p>
        </p:txBody>
      </p:sp>
      <p:sp>
        <p:nvSpPr>
          <p:cNvPr id="190" name="Google Shape;190;p30"/>
          <p:cNvSpPr txBox="1"/>
          <p:nvPr>
            <p:ph idx="9" type="title"/>
          </p:nvPr>
        </p:nvSpPr>
        <p:spPr>
          <a:xfrm>
            <a:off x="2220850" y="14342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1" name="Google Shape;191;p30"/>
          <p:cNvSpPr txBox="1"/>
          <p:nvPr>
            <p:ph idx="13" type="title"/>
          </p:nvPr>
        </p:nvSpPr>
        <p:spPr>
          <a:xfrm>
            <a:off x="2220850" y="31775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2" name="Google Shape;192;p30"/>
          <p:cNvSpPr txBox="1"/>
          <p:nvPr>
            <p:ph idx="14" type="title"/>
          </p:nvPr>
        </p:nvSpPr>
        <p:spPr>
          <a:xfrm>
            <a:off x="6069550" y="1434225"/>
            <a:ext cx="84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3" name="Google Shape;193;p30"/>
          <p:cNvSpPr txBox="1"/>
          <p:nvPr>
            <p:ph idx="15" type="title"/>
          </p:nvPr>
        </p:nvSpPr>
        <p:spPr>
          <a:xfrm>
            <a:off x="6066550" y="316687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94" name="Google Shape;194;p30"/>
          <p:cNvSpPr/>
          <p:nvPr/>
        </p:nvSpPr>
        <p:spPr>
          <a:xfrm>
            <a:off x="2125313" y="143426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5" name="Google Shape;195;p30"/>
          <p:cNvSpPr/>
          <p:nvPr/>
        </p:nvSpPr>
        <p:spPr>
          <a:xfrm>
            <a:off x="2125313" y="316691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6" name="Google Shape;196;p30"/>
          <p:cNvSpPr/>
          <p:nvPr/>
        </p:nvSpPr>
        <p:spPr>
          <a:xfrm>
            <a:off x="5971013" y="316691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7" name="Google Shape;197;p30"/>
          <p:cNvSpPr/>
          <p:nvPr/>
        </p:nvSpPr>
        <p:spPr>
          <a:xfrm>
            <a:off x="5971013" y="143426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#01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información de la casa no vive en ningún sitio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EL PROBLEMA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/>
          <p:nvPr/>
        </p:nvSpPr>
        <p:spPr>
          <a:xfrm>
            <a:off x="4794588" y="767275"/>
            <a:ext cx="4191032" cy="3608937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Google Shape;213;p32"/>
          <p:cNvSpPr txBox="1"/>
          <p:nvPr>
            <p:ph type="title"/>
          </p:nvPr>
        </p:nvSpPr>
        <p:spPr>
          <a:xfrm>
            <a:off x="720000" y="411575"/>
            <a:ext cx="38520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PROBLEMA</a:t>
            </a:r>
            <a:endParaRPr/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720000" y="2364375"/>
            <a:ext cx="3485100" cy="11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¿Dónde está la factura de la caldera?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Hoy se reparte así: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En hojas de cálculo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En un cajón con papeles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En la cabeza de alguien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>
                <a:solidFill>
                  <a:schemeClr val="dk1"/>
                </a:solidFill>
              </a:rPr>
              <a:t>Y el día que esa persona no está, el hogar deja de saber lo que tiene.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15" name="Google Shape;215;p32"/>
          <p:cNvGrpSpPr/>
          <p:nvPr/>
        </p:nvGrpSpPr>
        <p:grpSpPr>
          <a:xfrm>
            <a:off x="5042525" y="756050"/>
            <a:ext cx="3695159" cy="3631392"/>
            <a:chOff x="5042525" y="756050"/>
            <a:chExt cx="3695159" cy="3631392"/>
          </a:xfrm>
        </p:grpSpPr>
        <p:sp>
          <p:nvSpPr>
            <p:cNvPr id="216" name="Google Shape;216;p32"/>
            <p:cNvSpPr/>
            <p:nvPr/>
          </p:nvSpPr>
          <p:spPr>
            <a:xfrm>
              <a:off x="5160919" y="985763"/>
              <a:ext cx="3401124" cy="3401679"/>
            </a:xfrm>
            <a:custGeom>
              <a:rect b="b" l="l" r="r" t="t"/>
              <a:pathLst>
                <a:path extrusionOk="0" h="196147" w="196115">
                  <a:moveTo>
                    <a:pt x="98073" y="0"/>
                  </a:moveTo>
                  <a:cubicBezTo>
                    <a:pt x="43893" y="0"/>
                    <a:pt x="1" y="43893"/>
                    <a:pt x="1" y="98074"/>
                  </a:cubicBezTo>
                  <a:cubicBezTo>
                    <a:pt x="1" y="152223"/>
                    <a:pt x="43893" y="196147"/>
                    <a:pt x="98073" y="196147"/>
                  </a:cubicBezTo>
                  <a:cubicBezTo>
                    <a:pt x="152223" y="196147"/>
                    <a:pt x="196115" y="152223"/>
                    <a:pt x="196115" y="98074"/>
                  </a:cubicBezTo>
                  <a:cubicBezTo>
                    <a:pt x="196115" y="43893"/>
                    <a:pt x="152223" y="0"/>
                    <a:pt x="98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6430091" y="2135990"/>
              <a:ext cx="630799" cy="482538"/>
            </a:xfrm>
            <a:custGeom>
              <a:rect b="b" l="l" r="r" t="t"/>
              <a:pathLst>
                <a:path extrusionOk="0" h="27824" w="36373">
                  <a:moveTo>
                    <a:pt x="34611" y="0"/>
                  </a:moveTo>
                  <a:cubicBezTo>
                    <a:pt x="28437" y="3136"/>
                    <a:pt x="22311" y="4098"/>
                    <a:pt x="17116" y="4098"/>
                  </a:cubicBezTo>
                  <a:cubicBezTo>
                    <a:pt x="8861" y="4098"/>
                    <a:pt x="2958" y="1668"/>
                    <a:pt x="2958" y="1668"/>
                  </a:cubicBezTo>
                  <a:cubicBezTo>
                    <a:pt x="2612" y="2077"/>
                    <a:pt x="441" y="4720"/>
                    <a:pt x="1228" y="8150"/>
                  </a:cubicBezTo>
                  <a:cubicBezTo>
                    <a:pt x="1479" y="9314"/>
                    <a:pt x="2014" y="10258"/>
                    <a:pt x="2518" y="10918"/>
                  </a:cubicBezTo>
                  <a:cubicBezTo>
                    <a:pt x="1" y="13876"/>
                    <a:pt x="2958" y="19319"/>
                    <a:pt x="2958" y="19319"/>
                  </a:cubicBezTo>
                  <a:cubicBezTo>
                    <a:pt x="1605" y="23472"/>
                    <a:pt x="4280" y="25927"/>
                    <a:pt x="9188" y="27059"/>
                  </a:cubicBezTo>
                  <a:cubicBezTo>
                    <a:pt x="9660" y="27154"/>
                    <a:pt x="10163" y="27248"/>
                    <a:pt x="10667" y="27311"/>
                  </a:cubicBezTo>
                  <a:cubicBezTo>
                    <a:pt x="12803" y="27674"/>
                    <a:pt x="14824" y="27824"/>
                    <a:pt x="16720" y="27824"/>
                  </a:cubicBezTo>
                  <a:cubicBezTo>
                    <a:pt x="23534" y="27824"/>
                    <a:pt x="28720" y="25887"/>
                    <a:pt x="31748" y="24951"/>
                  </a:cubicBezTo>
                  <a:cubicBezTo>
                    <a:pt x="35838" y="23693"/>
                    <a:pt x="34611" y="17463"/>
                    <a:pt x="34611" y="17463"/>
                  </a:cubicBezTo>
                  <a:cubicBezTo>
                    <a:pt x="35618" y="15701"/>
                    <a:pt x="35649" y="14002"/>
                    <a:pt x="35649" y="14002"/>
                  </a:cubicBezTo>
                  <a:cubicBezTo>
                    <a:pt x="35649" y="12366"/>
                    <a:pt x="35020" y="11107"/>
                    <a:pt x="34611" y="10446"/>
                  </a:cubicBezTo>
                  <a:cubicBezTo>
                    <a:pt x="36373" y="8653"/>
                    <a:pt x="35649" y="6230"/>
                    <a:pt x="35051" y="4940"/>
                  </a:cubicBezTo>
                  <a:cubicBezTo>
                    <a:pt x="35397" y="3996"/>
                    <a:pt x="35397" y="3115"/>
                    <a:pt x="35397" y="3115"/>
                  </a:cubicBezTo>
                  <a:cubicBezTo>
                    <a:pt x="35429" y="1762"/>
                    <a:pt x="34988" y="693"/>
                    <a:pt x="34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6145267" y="830794"/>
              <a:ext cx="1215206" cy="1396921"/>
            </a:xfrm>
            <a:custGeom>
              <a:rect b="b" l="l" r="r" t="t"/>
              <a:pathLst>
                <a:path extrusionOk="0" h="80549" w="70071">
                  <a:moveTo>
                    <a:pt x="34894" y="1"/>
                  </a:moveTo>
                  <a:cubicBezTo>
                    <a:pt x="32786" y="63"/>
                    <a:pt x="29891" y="347"/>
                    <a:pt x="26524" y="1291"/>
                  </a:cubicBezTo>
                  <a:cubicBezTo>
                    <a:pt x="23535" y="2140"/>
                    <a:pt x="13782" y="5318"/>
                    <a:pt x="7300" y="14568"/>
                  </a:cubicBezTo>
                  <a:cubicBezTo>
                    <a:pt x="441" y="24354"/>
                    <a:pt x="0" y="37002"/>
                    <a:pt x="3304" y="46032"/>
                  </a:cubicBezTo>
                  <a:cubicBezTo>
                    <a:pt x="6388" y="54433"/>
                    <a:pt x="10667" y="54119"/>
                    <a:pt x="13341" y="64061"/>
                  </a:cubicBezTo>
                  <a:cubicBezTo>
                    <a:pt x="15072" y="70417"/>
                    <a:pt x="14663" y="75514"/>
                    <a:pt x="18596" y="77905"/>
                  </a:cubicBezTo>
                  <a:cubicBezTo>
                    <a:pt x="19854" y="78692"/>
                    <a:pt x="22088" y="78944"/>
                    <a:pt x="26493" y="79636"/>
                  </a:cubicBezTo>
                  <a:cubicBezTo>
                    <a:pt x="29828" y="80171"/>
                    <a:pt x="32691" y="80391"/>
                    <a:pt x="34894" y="80517"/>
                  </a:cubicBezTo>
                  <a:lnTo>
                    <a:pt x="34894" y="80548"/>
                  </a:lnTo>
                  <a:lnTo>
                    <a:pt x="35177" y="80548"/>
                  </a:lnTo>
                  <a:lnTo>
                    <a:pt x="35177" y="80517"/>
                  </a:lnTo>
                  <a:cubicBezTo>
                    <a:pt x="37379" y="80391"/>
                    <a:pt x="40243" y="80171"/>
                    <a:pt x="43578" y="79636"/>
                  </a:cubicBezTo>
                  <a:cubicBezTo>
                    <a:pt x="47983" y="78944"/>
                    <a:pt x="50217" y="78692"/>
                    <a:pt x="51475" y="77905"/>
                  </a:cubicBezTo>
                  <a:cubicBezTo>
                    <a:pt x="55408" y="75514"/>
                    <a:pt x="54999" y="70417"/>
                    <a:pt x="56698" y="64061"/>
                  </a:cubicBezTo>
                  <a:cubicBezTo>
                    <a:pt x="59404" y="54119"/>
                    <a:pt x="63683" y="54433"/>
                    <a:pt x="66767" y="46032"/>
                  </a:cubicBezTo>
                  <a:cubicBezTo>
                    <a:pt x="70070" y="37002"/>
                    <a:pt x="69630" y="24354"/>
                    <a:pt x="62771" y="14568"/>
                  </a:cubicBezTo>
                  <a:cubicBezTo>
                    <a:pt x="56289" y="5318"/>
                    <a:pt x="46535" y="2140"/>
                    <a:pt x="43515" y="1291"/>
                  </a:cubicBezTo>
                  <a:cubicBezTo>
                    <a:pt x="40180" y="347"/>
                    <a:pt x="37254" y="63"/>
                    <a:pt x="35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6457925" y="1572357"/>
              <a:ext cx="518385" cy="667877"/>
            </a:xfrm>
            <a:custGeom>
              <a:rect b="b" l="l" r="r" t="t"/>
              <a:pathLst>
                <a:path extrusionOk="0" h="38511" w="29891">
                  <a:moveTo>
                    <a:pt x="25392" y="1195"/>
                  </a:moveTo>
                  <a:cubicBezTo>
                    <a:pt x="26241" y="1195"/>
                    <a:pt x="27091" y="1509"/>
                    <a:pt x="27563" y="2139"/>
                  </a:cubicBezTo>
                  <a:cubicBezTo>
                    <a:pt x="28569" y="3334"/>
                    <a:pt x="28066" y="5285"/>
                    <a:pt x="27059" y="6386"/>
                  </a:cubicBezTo>
                  <a:cubicBezTo>
                    <a:pt x="25863" y="7676"/>
                    <a:pt x="24070" y="8243"/>
                    <a:pt x="22465" y="8620"/>
                  </a:cubicBezTo>
                  <a:cubicBezTo>
                    <a:pt x="21962" y="8746"/>
                    <a:pt x="21427" y="8872"/>
                    <a:pt x="20924" y="8966"/>
                  </a:cubicBezTo>
                  <a:cubicBezTo>
                    <a:pt x="20924" y="7708"/>
                    <a:pt x="20955" y="6418"/>
                    <a:pt x="21270" y="5191"/>
                  </a:cubicBezTo>
                  <a:cubicBezTo>
                    <a:pt x="21679" y="3555"/>
                    <a:pt x="22591" y="2233"/>
                    <a:pt x="23755" y="1604"/>
                  </a:cubicBezTo>
                  <a:cubicBezTo>
                    <a:pt x="24259" y="1321"/>
                    <a:pt x="24825" y="1195"/>
                    <a:pt x="25392" y="1195"/>
                  </a:cubicBezTo>
                  <a:close/>
                  <a:moveTo>
                    <a:pt x="4657" y="1321"/>
                  </a:moveTo>
                  <a:cubicBezTo>
                    <a:pt x="5538" y="1321"/>
                    <a:pt x="6450" y="1604"/>
                    <a:pt x="7142" y="2107"/>
                  </a:cubicBezTo>
                  <a:cubicBezTo>
                    <a:pt x="8716" y="3240"/>
                    <a:pt x="9597" y="5159"/>
                    <a:pt x="10320" y="6890"/>
                  </a:cubicBezTo>
                  <a:cubicBezTo>
                    <a:pt x="10666" y="7739"/>
                    <a:pt x="11013" y="8620"/>
                    <a:pt x="11327" y="9501"/>
                  </a:cubicBezTo>
                  <a:cubicBezTo>
                    <a:pt x="10163" y="9375"/>
                    <a:pt x="8999" y="9218"/>
                    <a:pt x="7866" y="8998"/>
                  </a:cubicBezTo>
                  <a:cubicBezTo>
                    <a:pt x="6261" y="8652"/>
                    <a:pt x="4279" y="8117"/>
                    <a:pt x="2958" y="6764"/>
                  </a:cubicBezTo>
                  <a:cubicBezTo>
                    <a:pt x="1857" y="5631"/>
                    <a:pt x="1322" y="3586"/>
                    <a:pt x="2391" y="2264"/>
                  </a:cubicBezTo>
                  <a:cubicBezTo>
                    <a:pt x="2926" y="1604"/>
                    <a:pt x="3776" y="1321"/>
                    <a:pt x="4657" y="1321"/>
                  </a:cubicBezTo>
                  <a:close/>
                  <a:moveTo>
                    <a:pt x="25372" y="0"/>
                  </a:moveTo>
                  <a:cubicBezTo>
                    <a:pt x="24629" y="0"/>
                    <a:pt x="23871" y="183"/>
                    <a:pt x="23189" y="565"/>
                  </a:cubicBezTo>
                  <a:cubicBezTo>
                    <a:pt x="21742" y="1352"/>
                    <a:pt x="20609" y="2957"/>
                    <a:pt x="20106" y="4907"/>
                  </a:cubicBezTo>
                  <a:cubicBezTo>
                    <a:pt x="19759" y="6323"/>
                    <a:pt x="19728" y="7771"/>
                    <a:pt x="19728" y="9187"/>
                  </a:cubicBezTo>
                  <a:cubicBezTo>
                    <a:pt x="17866" y="9484"/>
                    <a:pt x="15985" y="9626"/>
                    <a:pt x="14115" y="9626"/>
                  </a:cubicBezTo>
                  <a:cubicBezTo>
                    <a:pt x="13615" y="9626"/>
                    <a:pt x="13115" y="9616"/>
                    <a:pt x="12617" y="9596"/>
                  </a:cubicBezTo>
                  <a:cubicBezTo>
                    <a:pt x="12240" y="8526"/>
                    <a:pt x="11831" y="7488"/>
                    <a:pt x="11422" y="6449"/>
                  </a:cubicBezTo>
                  <a:cubicBezTo>
                    <a:pt x="10635" y="4561"/>
                    <a:pt x="9691" y="2453"/>
                    <a:pt x="7835" y="1132"/>
                  </a:cubicBezTo>
                  <a:cubicBezTo>
                    <a:pt x="6943" y="497"/>
                    <a:pt x="5790" y="131"/>
                    <a:pt x="4662" y="131"/>
                  </a:cubicBezTo>
                  <a:cubicBezTo>
                    <a:pt x="3441" y="131"/>
                    <a:pt x="2249" y="560"/>
                    <a:pt x="1448" y="1541"/>
                  </a:cubicBezTo>
                  <a:cubicBezTo>
                    <a:pt x="0" y="3334"/>
                    <a:pt x="661" y="6103"/>
                    <a:pt x="2108" y="7582"/>
                  </a:cubicBezTo>
                  <a:cubicBezTo>
                    <a:pt x="3650" y="9187"/>
                    <a:pt x="5852" y="9784"/>
                    <a:pt x="7614" y="10162"/>
                  </a:cubicBezTo>
                  <a:cubicBezTo>
                    <a:pt x="8967" y="10414"/>
                    <a:pt x="10352" y="10602"/>
                    <a:pt x="11736" y="10728"/>
                  </a:cubicBezTo>
                  <a:cubicBezTo>
                    <a:pt x="14694" y="19381"/>
                    <a:pt x="15889" y="28694"/>
                    <a:pt x="15260" y="37819"/>
                  </a:cubicBezTo>
                  <a:lnTo>
                    <a:pt x="16424" y="37913"/>
                  </a:lnTo>
                  <a:cubicBezTo>
                    <a:pt x="17085" y="28757"/>
                    <a:pt x="15921" y="19475"/>
                    <a:pt x="13026" y="10791"/>
                  </a:cubicBezTo>
                  <a:lnTo>
                    <a:pt x="13026" y="10791"/>
                  </a:lnTo>
                  <a:cubicBezTo>
                    <a:pt x="13394" y="10802"/>
                    <a:pt x="13761" y="10807"/>
                    <a:pt x="14128" y="10807"/>
                  </a:cubicBezTo>
                  <a:cubicBezTo>
                    <a:pt x="15995" y="10807"/>
                    <a:pt x="17861" y="10671"/>
                    <a:pt x="19728" y="10382"/>
                  </a:cubicBezTo>
                  <a:lnTo>
                    <a:pt x="19728" y="10382"/>
                  </a:lnTo>
                  <a:cubicBezTo>
                    <a:pt x="19791" y="19727"/>
                    <a:pt x="19067" y="29103"/>
                    <a:pt x="17557" y="38322"/>
                  </a:cubicBezTo>
                  <a:lnTo>
                    <a:pt x="18721" y="38511"/>
                  </a:lnTo>
                  <a:cubicBezTo>
                    <a:pt x="20263" y="29166"/>
                    <a:pt x="20987" y="19633"/>
                    <a:pt x="20924" y="10193"/>
                  </a:cubicBezTo>
                  <a:cubicBezTo>
                    <a:pt x="21521" y="10068"/>
                    <a:pt x="22151" y="9942"/>
                    <a:pt x="22749" y="9784"/>
                  </a:cubicBezTo>
                  <a:cubicBezTo>
                    <a:pt x="24511" y="9344"/>
                    <a:pt x="26524" y="8683"/>
                    <a:pt x="27909" y="7204"/>
                  </a:cubicBezTo>
                  <a:cubicBezTo>
                    <a:pt x="29293" y="5694"/>
                    <a:pt x="29891" y="3114"/>
                    <a:pt x="28475" y="1384"/>
                  </a:cubicBezTo>
                  <a:cubicBezTo>
                    <a:pt x="27753" y="486"/>
                    <a:pt x="26584" y="0"/>
                    <a:pt x="25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7234915" y="756050"/>
              <a:ext cx="202456" cy="242275"/>
            </a:xfrm>
            <a:custGeom>
              <a:rect b="b" l="l" r="r" t="t"/>
              <a:pathLst>
                <a:path extrusionOk="0" h="13970" w="11674">
                  <a:moveTo>
                    <a:pt x="7583" y="0"/>
                  </a:moveTo>
                  <a:lnTo>
                    <a:pt x="1" y="12239"/>
                  </a:lnTo>
                  <a:lnTo>
                    <a:pt x="1668" y="13970"/>
                  </a:lnTo>
                  <a:lnTo>
                    <a:pt x="11674" y="4185"/>
                  </a:lnTo>
                  <a:lnTo>
                    <a:pt x="75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7286213" y="864074"/>
              <a:ext cx="245570" cy="180639"/>
            </a:xfrm>
            <a:custGeom>
              <a:rect b="b" l="l" r="r" t="t"/>
              <a:pathLst>
                <a:path extrusionOk="0" h="10416" w="14160">
                  <a:moveTo>
                    <a:pt x="10981" y="1"/>
                  </a:moveTo>
                  <a:lnTo>
                    <a:pt x="0" y="8811"/>
                  </a:lnTo>
                  <a:lnTo>
                    <a:pt x="1007" y="10415"/>
                  </a:lnTo>
                  <a:lnTo>
                    <a:pt x="14159" y="5035"/>
                  </a:lnTo>
                  <a:lnTo>
                    <a:pt x="109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7315677" y="993393"/>
              <a:ext cx="263016" cy="130433"/>
            </a:xfrm>
            <a:custGeom>
              <a:rect b="b" l="l" r="r" t="t"/>
              <a:pathLst>
                <a:path extrusionOk="0" h="7521" w="15166">
                  <a:moveTo>
                    <a:pt x="12963" y="1"/>
                  </a:moveTo>
                  <a:lnTo>
                    <a:pt x="0" y="5287"/>
                  </a:lnTo>
                  <a:lnTo>
                    <a:pt x="913" y="7521"/>
                  </a:lnTo>
                  <a:lnTo>
                    <a:pt x="15166" y="5413"/>
                  </a:lnTo>
                  <a:lnTo>
                    <a:pt x="129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5918278" y="1596341"/>
              <a:ext cx="230829" cy="210104"/>
            </a:xfrm>
            <a:custGeom>
              <a:rect b="b" l="l" r="r" t="t"/>
              <a:pathLst>
                <a:path extrusionOk="0" h="12115" w="13310">
                  <a:moveTo>
                    <a:pt x="12083" y="1"/>
                  </a:moveTo>
                  <a:lnTo>
                    <a:pt x="0" y="7048"/>
                  </a:lnTo>
                  <a:lnTo>
                    <a:pt x="2927" y="12114"/>
                  </a:lnTo>
                  <a:lnTo>
                    <a:pt x="13310" y="2109"/>
                  </a:lnTo>
                  <a:lnTo>
                    <a:pt x="120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5856627" y="1541783"/>
              <a:ext cx="254293" cy="133156"/>
            </a:xfrm>
            <a:custGeom>
              <a:rect b="b" l="l" r="r" t="t"/>
              <a:pathLst>
                <a:path extrusionOk="0" h="7678" w="14663">
                  <a:moveTo>
                    <a:pt x="14064" y="0"/>
                  </a:moveTo>
                  <a:lnTo>
                    <a:pt x="0" y="1982"/>
                  </a:lnTo>
                  <a:lnTo>
                    <a:pt x="1856" y="7677"/>
                  </a:lnTo>
                  <a:lnTo>
                    <a:pt x="14662" y="1825"/>
                  </a:lnTo>
                  <a:lnTo>
                    <a:pt x="140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5844609" y="1433187"/>
              <a:ext cx="254293" cy="100430"/>
            </a:xfrm>
            <a:custGeom>
              <a:rect b="b" l="l" r="r" t="t"/>
              <a:pathLst>
                <a:path extrusionOk="0" h="5791" w="14663">
                  <a:moveTo>
                    <a:pt x="1" y="1"/>
                  </a:moveTo>
                  <a:lnTo>
                    <a:pt x="819" y="5790"/>
                  </a:lnTo>
                  <a:lnTo>
                    <a:pt x="14663" y="3871"/>
                  </a:lnTo>
                  <a:lnTo>
                    <a:pt x="14317" y="14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6509206" y="2791866"/>
              <a:ext cx="768307" cy="1070050"/>
            </a:xfrm>
            <a:custGeom>
              <a:rect b="b" l="l" r="r" t="t"/>
              <a:pathLst>
                <a:path extrusionOk="0" h="61701" w="44302">
                  <a:moveTo>
                    <a:pt x="8842" y="0"/>
                  </a:moveTo>
                  <a:lnTo>
                    <a:pt x="5098" y="25203"/>
                  </a:lnTo>
                  <a:cubicBezTo>
                    <a:pt x="5098" y="25203"/>
                    <a:pt x="1" y="48423"/>
                    <a:pt x="1574" y="52450"/>
                  </a:cubicBezTo>
                  <a:cubicBezTo>
                    <a:pt x="3116" y="56478"/>
                    <a:pt x="5098" y="61701"/>
                    <a:pt x="5098" y="61701"/>
                  </a:cubicBezTo>
                  <a:cubicBezTo>
                    <a:pt x="5098" y="61701"/>
                    <a:pt x="28900" y="38759"/>
                    <a:pt x="40215" y="34610"/>
                  </a:cubicBezTo>
                  <a:lnTo>
                    <a:pt x="40215" y="34610"/>
                  </a:lnTo>
                  <a:cubicBezTo>
                    <a:pt x="40352" y="34614"/>
                    <a:pt x="40486" y="34616"/>
                    <a:pt x="40618" y="34616"/>
                  </a:cubicBezTo>
                  <a:cubicBezTo>
                    <a:pt x="42748" y="34616"/>
                    <a:pt x="44302" y="34138"/>
                    <a:pt x="44302" y="34138"/>
                  </a:cubicBezTo>
                  <a:cubicBezTo>
                    <a:pt x="43970" y="34025"/>
                    <a:pt x="43596" y="33971"/>
                    <a:pt x="43184" y="33971"/>
                  </a:cubicBezTo>
                  <a:cubicBezTo>
                    <a:pt x="42342" y="33971"/>
                    <a:pt x="41340" y="34198"/>
                    <a:pt x="40215" y="34610"/>
                  </a:cubicBezTo>
                  <a:lnTo>
                    <a:pt x="40215" y="34610"/>
                  </a:lnTo>
                  <a:cubicBezTo>
                    <a:pt x="37078" y="34520"/>
                    <a:pt x="32889" y="33338"/>
                    <a:pt x="30489" y="28286"/>
                  </a:cubicBezTo>
                  <a:cubicBezTo>
                    <a:pt x="26305" y="19476"/>
                    <a:pt x="24228" y="1384"/>
                    <a:pt x="24228" y="1384"/>
                  </a:cubicBezTo>
                  <a:lnTo>
                    <a:pt x="88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6739472" y="3077229"/>
              <a:ext cx="111339" cy="111339"/>
            </a:xfrm>
            <a:custGeom>
              <a:rect b="b" l="l" r="r" t="t"/>
              <a:pathLst>
                <a:path extrusionOk="0" h="6420" w="6420">
                  <a:moveTo>
                    <a:pt x="1" y="1"/>
                  </a:moveTo>
                  <a:lnTo>
                    <a:pt x="1" y="6419"/>
                  </a:lnTo>
                  <a:lnTo>
                    <a:pt x="6419" y="6419"/>
                  </a:lnTo>
                  <a:lnTo>
                    <a:pt x="6419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6637987" y="2742753"/>
              <a:ext cx="305037" cy="359059"/>
            </a:xfrm>
            <a:custGeom>
              <a:rect b="b" l="l" r="r" t="t"/>
              <a:pathLst>
                <a:path extrusionOk="0" h="20704" w="17589">
                  <a:moveTo>
                    <a:pt x="8779" y="0"/>
                  </a:moveTo>
                  <a:cubicBezTo>
                    <a:pt x="3933" y="0"/>
                    <a:pt x="0" y="4625"/>
                    <a:pt x="0" y="10352"/>
                  </a:cubicBezTo>
                  <a:cubicBezTo>
                    <a:pt x="0" y="16078"/>
                    <a:pt x="3933" y="20704"/>
                    <a:pt x="8779" y="20704"/>
                  </a:cubicBezTo>
                  <a:cubicBezTo>
                    <a:pt x="13656" y="20704"/>
                    <a:pt x="17589" y="16078"/>
                    <a:pt x="17589" y="10352"/>
                  </a:cubicBezTo>
                  <a:cubicBezTo>
                    <a:pt x="17589" y="4625"/>
                    <a:pt x="13656" y="0"/>
                    <a:pt x="8779" y="0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7303121" y="3514838"/>
              <a:ext cx="3833" cy="5480"/>
            </a:xfrm>
            <a:custGeom>
              <a:rect b="b" l="l" r="r" t="t"/>
              <a:pathLst>
                <a:path extrusionOk="0" h="316" w="221">
                  <a:moveTo>
                    <a:pt x="1" y="1"/>
                  </a:moveTo>
                  <a:lnTo>
                    <a:pt x="221" y="315"/>
                  </a:lnTo>
                  <a:cubicBezTo>
                    <a:pt x="221" y="315"/>
                    <a:pt x="189" y="190"/>
                    <a:pt x="1" y="1"/>
                  </a:cubicBezTo>
                  <a:close/>
                </a:path>
              </a:pathLst>
            </a:custGeom>
            <a:solidFill>
              <a:srgbClr val="44191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6449740" y="2703161"/>
              <a:ext cx="909631" cy="1158756"/>
            </a:xfrm>
            <a:custGeom>
              <a:rect b="b" l="l" r="r" t="t"/>
              <a:pathLst>
                <a:path extrusionOk="0" h="66816" w="52451">
                  <a:moveTo>
                    <a:pt x="52353" y="44562"/>
                  </a:moveTo>
                  <a:cubicBezTo>
                    <a:pt x="52417" y="44649"/>
                    <a:pt x="52450" y="44697"/>
                    <a:pt x="52450" y="44697"/>
                  </a:cubicBezTo>
                  <a:cubicBezTo>
                    <a:pt x="52425" y="44651"/>
                    <a:pt x="52392" y="44606"/>
                    <a:pt x="52353" y="44562"/>
                  </a:cubicBezTo>
                  <a:close/>
                  <a:moveTo>
                    <a:pt x="19516" y="0"/>
                  </a:moveTo>
                  <a:cubicBezTo>
                    <a:pt x="17946" y="0"/>
                    <a:pt x="13916" y="303"/>
                    <a:pt x="11170" y="3259"/>
                  </a:cubicBezTo>
                  <a:cubicBezTo>
                    <a:pt x="8810" y="5807"/>
                    <a:pt x="8653" y="8985"/>
                    <a:pt x="8433" y="12446"/>
                  </a:cubicBezTo>
                  <a:cubicBezTo>
                    <a:pt x="8086" y="18707"/>
                    <a:pt x="7489" y="24937"/>
                    <a:pt x="7111" y="31167"/>
                  </a:cubicBezTo>
                  <a:cubicBezTo>
                    <a:pt x="6167" y="48252"/>
                    <a:pt x="0" y="54293"/>
                    <a:pt x="4468" y="62159"/>
                  </a:cubicBezTo>
                  <a:cubicBezTo>
                    <a:pt x="5727" y="64393"/>
                    <a:pt x="7363" y="65903"/>
                    <a:pt x="8527" y="66816"/>
                  </a:cubicBezTo>
                  <a:cubicBezTo>
                    <a:pt x="8527" y="66816"/>
                    <a:pt x="5884" y="49259"/>
                    <a:pt x="7709" y="44854"/>
                  </a:cubicBezTo>
                  <a:cubicBezTo>
                    <a:pt x="9565" y="40418"/>
                    <a:pt x="11327" y="34471"/>
                    <a:pt x="12491" y="8545"/>
                  </a:cubicBezTo>
                  <a:cubicBezTo>
                    <a:pt x="12491" y="8545"/>
                    <a:pt x="15409" y="7221"/>
                    <a:pt x="19627" y="7221"/>
                  </a:cubicBezTo>
                  <a:cubicBezTo>
                    <a:pt x="19723" y="7221"/>
                    <a:pt x="19820" y="7222"/>
                    <a:pt x="19917" y="7223"/>
                  </a:cubicBezTo>
                  <a:lnTo>
                    <a:pt x="20703" y="4580"/>
                  </a:lnTo>
                  <a:lnTo>
                    <a:pt x="21773" y="7349"/>
                  </a:lnTo>
                  <a:cubicBezTo>
                    <a:pt x="23315" y="7506"/>
                    <a:pt x="25014" y="7884"/>
                    <a:pt x="26744" y="8545"/>
                  </a:cubicBezTo>
                  <a:cubicBezTo>
                    <a:pt x="26744" y="8545"/>
                    <a:pt x="24542" y="40134"/>
                    <a:pt x="36593" y="42337"/>
                  </a:cubicBezTo>
                  <a:cubicBezTo>
                    <a:pt x="46095" y="44067"/>
                    <a:pt x="48580" y="46050"/>
                    <a:pt x="49210" y="46805"/>
                  </a:cubicBezTo>
                  <a:lnTo>
                    <a:pt x="46630" y="42872"/>
                  </a:lnTo>
                  <a:lnTo>
                    <a:pt x="46630" y="42872"/>
                  </a:lnTo>
                  <a:cubicBezTo>
                    <a:pt x="46630" y="42872"/>
                    <a:pt x="51394" y="43482"/>
                    <a:pt x="52353" y="44562"/>
                  </a:cubicBezTo>
                  <a:lnTo>
                    <a:pt x="52353" y="44562"/>
                  </a:lnTo>
                  <a:cubicBezTo>
                    <a:pt x="51641" y="43591"/>
                    <a:pt x="47199" y="37663"/>
                    <a:pt x="44427" y="37114"/>
                  </a:cubicBezTo>
                  <a:cubicBezTo>
                    <a:pt x="33100" y="34911"/>
                    <a:pt x="31716" y="23553"/>
                    <a:pt x="30268" y="15970"/>
                  </a:cubicBezTo>
                  <a:cubicBezTo>
                    <a:pt x="29136" y="10181"/>
                    <a:pt x="30772" y="6940"/>
                    <a:pt x="27751" y="3573"/>
                  </a:cubicBezTo>
                  <a:cubicBezTo>
                    <a:pt x="24983" y="427"/>
                    <a:pt x="20861" y="81"/>
                    <a:pt x="20137" y="18"/>
                  </a:cubicBezTo>
                  <a:cubicBezTo>
                    <a:pt x="20052" y="13"/>
                    <a:pt x="19835" y="0"/>
                    <a:pt x="195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6418628" y="2303705"/>
              <a:ext cx="45316" cy="73480"/>
            </a:xfrm>
            <a:custGeom>
              <a:rect b="b" l="l" r="r" t="t"/>
              <a:pathLst>
                <a:path extrusionOk="0" h="4237" w="2613">
                  <a:moveTo>
                    <a:pt x="521" y="0"/>
                  </a:moveTo>
                  <a:cubicBezTo>
                    <a:pt x="231" y="0"/>
                    <a:pt x="1" y="650"/>
                    <a:pt x="1" y="650"/>
                  </a:cubicBezTo>
                  <a:cubicBezTo>
                    <a:pt x="599" y="1562"/>
                    <a:pt x="1008" y="4236"/>
                    <a:pt x="1008" y="4236"/>
                  </a:cubicBezTo>
                  <a:cubicBezTo>
                    <a:pt x="1008" y="4236"/>
                    <a:pt x="2612" y="4016"/>
                    <a:pt x="2455" y="2978"/>
                  </a:cubicBezTo>
                  <a:cubicBezTo>
                    <a:pt x="2298" y="1940"/>
                    <a:pt x="1102" y="555"/>
                    <a:pt x="724" y="115"/>
                  </a:cubicBezTo>
                  <a:cubicBezTo>
                    <a:pt x="655" y="34"/>
                    <a:pt x="586" y="0"/>
                    <a:pt x="521" y="0"/>
                  </a:cubicBez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6412091" y="2248817"/>
              <a:ext cx="120062" cy="290383"/>
            </a:xfrm>
            <a:custGeom>
              <a:rect b="b" l="l" r="r" t="t"/>
              <a:pathLst>
                <a:path extrusionOk="0" h="16744" w="6923">
                  <a:moveTo>
                    <a:pt x="6257" y="1"/>
                  </a:moveTo>
                  <a:cubicBezTo>
                    <a:pt x="4670" y="1"/>
                    <a:pt x="1227" y="6741"/>
                    <a:pt x="1227" y="6741"/>
                  </a:cubicBezTo>
                  <a:lnTo>
                    <a:pt x="0" y="14512"/>
                  </a:lnTo>
                  <a:cubicBezTo>
                    <a:pt x="510" y="16116"/>
                    <a:pt x="1434" y="16744"/>
                    <a:pt x="2538" y="16744"/>
                  </a:cubicBezTo>
                  <a:cubicBezTo>
                    <a:pt x="2863" y="16744"/>
                    <a:pt x="3204" y="16689"/>
                    <a:pt x="3556" y="16589"/>
                  </a:cubicBezTo>
                  <a:cubicBezTo>
                    <a:pt x="4500" y="15393"/>
                    <a:pt x="5790" y="13505"/>
                    <a:pt x="6262" y="10925"/>
                  </a:cubicBezTo>
                  <a:cubicBezTo>
                    <a:pt x="6419" y="10107"/>
                    <a:pt x="6387" y="9730"/>
                    <a:pt x="6450" y="7653"/>
                  </a:cubicBezTo>
                  <a:cubicBezTo>
                    <a:pt x="6639" y="1518"/>
                    <a:pt x="6922" y="259"/>
                    <a:pt x="6450" y="39"/>
                  </a:cubicBezTo>
                  <a:cubicBezTo>
                    <a:pt x="6389" y="13"/>
                    <a:pt x="6325" y="1"/>
                    <a:pt x="6257" y="1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6499390" y="2294219"/>
              <a:ext cx="27852" cy="89522"/>
            </a:xfrm>
            <a:custGeom>
              <a:rect b="b" l="l" r="r" t="t"/>
              <a:pathLst>
                <a:path extrusionOk="0" h="5162" w="1606">
                  <a:moveTo>
                    <a:pt x="1605" y="1"/>
                  </a:moveTo>
                  <a:lnTo>
                    <a:pt x="0" y="3021"/>
                  </a:lnTo>
                  <a:lnTo>
                    <a:pt x="0" y="5161"/>
                  </a:lnTo>
                  <a:lnTo>
                    <a:pt x="1605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6475926" y="2249476"/>
              <a:ext cx="48039" cy="116247"/>
            </a:xfrm>
            <a:custGeom>
              <a:rect b="b" l="l" r="r" t="t"/>
              <a:pathLst>
                <a:path extrusionOk="0" h="6703" w="2770">
                  <a:moveTo>
                    <a:pt x="2769" y="1"/>
                  </a:moveTo>
                  <a:lnTo>
                    <a:pt x="315" y="4595"/>
                  </a:lnTo>
                  <a:lnTo>
                    <a:pt x="0" y="6703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6452463" y="2256569"/>
              <a:ext cx="52947" cy="102616"/>
            </a:xfrm>
            <a:custGeom>
              <a:rect b="b" l="l" r="r" t="t"/>
              <a:pathLst>
                <a:path extrusionOk="0" h="5917" w="3053">
                  <a:moveTo>
                    <a:pt x="3053" y="1"/>
                  </a:moveTo>
                  <a:lnTo>
                    <a:pt x="504" y="4374"/>
                  </a:lnTo>
                  <a:lnTo>
                    <a:pt x="1" y="5916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7064669" y="2311838"/>
              <a:ext cx="45316" cy="73532"/>
            </a:xfrm>
            <a:custGeom>
              <a:rect b="b" l="l" r="r" t="t"/>
              <a:pathLst>
                <a:path extrusionOk="0" h="4240" w="2613">
                  <a:moveTo>
                    <a:pt x="2098" y="0"/>
                  </a:moveTo>
                  <a:cubicBezTo>
                    <a:pt x="2031" y="0"/>
                    <a:pt x="1960" y="34"/>
                    <a:pt x="1889" y="118"/>
                  </a:cubicBezTo>
                  <a:cubicBezTo>
                    <a:pt x="1480" y="527"/>
                    <a:pt x="316" y="1943"/>
                    <a:pt x="158" y="2981"/>
                  </a:cubicBezTo>
                  <a:cubicBezTo>
                    <a:pt x="1" y="3988"/>
                    <a:pt x="1606" y="4239"/>
                    <a:pt x="1606" y="4239"/>
                  </a:cubicBezTo>
                  <a:cubicBezTo>
                    <a:pt x="1606" y="4239"/>
                    <a:pt x="2015" y="1533"/>
                    <a:pt x="2612" y="621"/>
                  </a:cubicBezTo>
                  <a:cubicBezTo>
                    <a:pt x="2612" y="621"/>
                    <a:pt x="2385" y="0"/>
                    <a:pt x="2098" y="0"/>
                  </a:cubicBez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6996463" y="2256933"/>
              <a:ext cx="120079" cy="290175"/>
            </a:xfrm>
            <a:custGeom>
              <a:rect b="b" l="l" r="r" t="t"/>
              <a:pathLst>
                <a:path extrusionOk="0" h="16732" w="6924">
                  <a:moveTo>
                    <a:pt x="676" y="1"/>
                  </a:moveTo>
                  <a:cubicBezTo>
                    <a:pt x="605" y="1"/>
                    <a:pt x="537" y="14"/>
                    <a:pt x="473" y="43"/>
                  </a:cubicBezTo>
                  <a:cubicBezTo>
                    <a:pt x="1" y="232"/>
                    <a:pt x="284" y="1490"/>
                    <a:pt x="473" y="7626"/>
                  </a:cubicBezTo>
                  <a:cubicBezTo>
                    <a:pt x="536" y="9702"/>
                    <a:pt x="504" y="10080"/>
                    <a:pt x="662" y="10929"/>
                  </a:cubicBezTo>
                  <a:cubicBezTo>
                    <a:pt x="1134" y="13478"/>
                    <a:pt x="2424" y="15397"/>
                    <a:pt x="3368" y="16593"/>
                  </a:cubicBezTo>
                  <a:cubicBezTo>
                    <a:pt x="3706" y="16683"/>
                    <a:pt x="4035" y="16731"/>
                    <a:pt x="4350" y="16731"/>
                  </a:cubicBezTo>
                  <a:cubicBezTo>
                    <a:pt x="5470" y="16731"/>
                    <a:pt x="6407" y="16113"/>
                    <a:pt x="6923" y="14516"/>
                  </a:cubicBezTo>
                  <a:lnTo>
                    <a:pt x="5696" y="6713"/>
                  </a:lnTo>
                  <a:cubicBezTo>
                    <a:pt x="5696" y="6713"/>
                    <a:pt x="2268" y="1"/>
                    <a:pt x="676" y="1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7000833" y="2302404"/>
              <a:ext cx="28390" cy="88967"/>
            </a:xfrm>
            <a:custGeom>
              <a:rect b="b" l="l" r="r" t="t"/>
              <a:pathLst>
                <a:path extrusionOk="0" h="5130" w="1637">
                  <a:moveTo>
                    <a:pt x="1" y="1"/>
                  </a:moveTo>
                  <a:lnTo>
                    <a:pt x="1637" y="5130"/>
                  </a:lnTo>
                  <a:lnTo>
                    <a:pt x="1637" y="30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7004649" y="2257662"/>
              <a:ext cx="48039" cy="115709"/>
            </a:xfrm>
            <a:custGeom>
              <a:rect b="b" l="l" r="r" t="t"/>
              <a:pathLst>
                <a:path extrusionOk="0" h="6672" w="2770">
                  <a:moveTo>
                    <a:pt x="1" y="1"/>
                  </a:moveTo>
                  <a:lnTo>
                    <a:pt x="2770" y="6671"/>
                  </a:lnTo>
                  <a:lnTo>
                    <a:pt x="2455" y="45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7023205" y="2264755"/>
              <a:ext cx="52947" cy="102061"/>
            </a:xfrm>
            <a:custGeom>
              <a:rect b="b" l="l" r="r" t="t"/>
              <a:pathLst>
                <a:path extrusionOk="0" h="5885" w="3053">
                  <a:moveTo>
                    <a:pt x="1" y="1"/>
                  </a:moveTo>
                  <a:lnTo>
                    <a:pt x="3053" y="5885"/>
                  </a:lnTo>
                  <a:lnTo>
                    <a:pt x="2549" y="43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6702916" y="2922260"/>
              <a:ext cx="27297" cy="50224"/>
            </a:xfrm>
            <a:custGeom>
              <a:rect b="b" l="l" r="r" t="t"/>
              <a:pathLst>
                <a:path extrusionOk="0" h="2896" w="1574">
                  <a:moveTo>
                    <a:pt x="787" y="1"/>
                  </a:moveTo>
                  <a:cubicBezTo>
                    <a:pt x="347" y="1"/>
                    <a:pt x="0" y="662"/>
                    <a:pt x="0" y="1448"/>
                  </a:cubicBezTo>
                  <a:cubicBezTo>
                    <a:pt x="0" y="2266"/>
                    <a:pt x="347" y="2896"/>
                    <a:pt x="787" y="2896"/>
                  </a:cubicBezTo>
                  <a:cubicBezTo>
                    <a:pt x="1228" y="2896"/>
                    <a:pt x="1574" y="2266"/>
                    <a:pt x="1574" y="1448"/>
                  </a:cubicBezTo>
                  <a:cubicBezTo>
                    <a:pt x="1574" y="662"/>
                    <a:pt x="1228" y="1"/>
                    <a:pt x="787" y="1"/>
                  </a:cubicBezTo>
                  <a:close/>
                </a:path>
              </a:pathLst>
            </a:custGeom>
            <a:solidFill>
              <a:srgbClr val="240E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6853513" y="2922260"/>
              <a:ext cx="26759" cy="50224"/>
            </a:xfrm>
            <a:custGeom>
              <a:rect b="b" l="l" r="r" t="t"/>
              <a:pathLst>
                <a:path extrusionOk="0" h="2896" w="1543">
                  <a:moveTo>
                    <a:pt x="756" y="1"/>
                  </a:moveTo>
                  <a:cubicBezTo>
                    <a:pt x="347" y="1"/>
                    <a:pt x="0" y="662"/>
                    <a:pt x="0" y="1448"/>
                  </a:cubicBezTo>
                  <a:cubicBezTo>
                    <a:pt x="0" y="2266"/>
                    <a:pt x="347" y="2896"/>
                    <a:pt x="756" y="2896"/>
                  </a:cubicBezTo>
                  <a:cubicBezTo>
                    <a:pt x="1196" y="2896"/>
                    <a:pt x="1542" y="2266"/>
                    <a:pt x="1542" y="1448"/>
                  </a:cubicBezTo>
                  <a:cubicBezTo>
                    <a:pt x="1542" y="662"/>
                    <a:pt x="1196" y="1"/>
                    <a:pt x="756" y="1"/>
                  </a:cubicBezTo>
                  <a:close/>
                </a:path>
              </a:pathLst>
            </a:custGeom>
            <a:solidFill>
              <a:srgbClr val="240E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6760213" y="2999207"/>
              <a:ext cx="63855" cy="33436"/>
            </a:xfrm>
            <a:custGeom>
              <a:rect b="b" l="l" r="r" t="t"/>
              <a:pathLst>
                <a:path extrusionOk="0" h="1928" w="3682">
                  <a:moveTo>
                    <a:pt x="0" y="0"/>
                  </a:moveTo>
                  <a:cubicBezTo>
                    <a:pt x="386" y="1188"/>
                    <a:pt x="1109" y="1928"/>
                    <a:pt x="1850" y="1928"/>
                  </a:cubicBezTo>
                  <a:cubicBezTo>
                    <a:pt x="1894" y="1928"/>
                    <a:pt x="1938" y="1925"/>
                    <a:pt x="1982" y="1920"/>
                  </a:cubicBezTo>
                  <a:cubicBezTo>
                    <a:pt x="3084" y="1794"/>
                    <a:pt x="3650" y="126"/>
                    <a:pt x="3681" y="32"/>
                  </a:cubicBezTo>
                  <a:lnTo>
                    <a:pt x="3681" y="32"/>
                  </a:lnTo>
                  <a:cubicBezTo>
                    <a:pt x="3241" y="252"/>
                    <a:pt x="2643" y="472"/>
                    <a:pt x="1951" y="472"/>
                  </a:cubicBezTo>
                  <a:cubicBezTo>
                    <a:pt x="1909" y="474"/>
                    <a:pt x="1867" y="475"/>
                    <a:pt x="1826" y="475"/>
                  </a:cubicBezTo>
                  <a:cubicBezTo>
                    <a:pt x="1065" y="475"/>
                    <a:pt x="448" y="20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6678914" y="2886657"/>
              <a:ext cx="58947" cy="15990"/>
            </a:xfrm>
            <a:custGeom>
              <a:rect b="b" l="l" r="r" t="t"/>
              <a:pathLst>
                <a:path extrusionOk="0" h="922" w="3399">
                  <a:moveTo>
                    <a:pt x="2378" y="1"/>
                  </a:moveTo>
                  <a:cubicBezTo>
                    <a:pt x="1737" y="1"/>
                    <a:pt x="868" y="181"/>
                    <a:pt x="0" y="921"/>
                  </a:cubicBezTo>
                  <a:lnTo>
                    <a:pt x="3398" y="166"/>
                  </a:lnTo>
                  <a:cubicBezTo>
                    <a:pt x="3398" y="166"/>
                    <a:pt x="2992" y="1"/>
                    <a:pt x="2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6843698" y="2886657"/>
              <a:ext cx="58392" cy="15990"/>
            </a:xfrm>
            <a:custGeom>
              <a:rect b="b" l="l" r="r" t="t"/>
              <a:pathLst>
                <a:path extrusionOk="0" h="922" w="3367">
                  <a:moveTo>
                    <a:pt x="1005" y="1"/>
                  </a:moveTo>
                  <a:cubicBezTo>
                    <a:pt x="399" y="1"/>
                    <a:pt x="0" y="166"/>
                    <a:pt x="0" y="166"/>
                  </a:cubicBezTo>
                  <a:lnTo>
                    <a:pt x="3367" y="921"/>
                  </a:lnTo>
                  <a:cubicBezTo>
                    <a:pt x="2498" y="181"/>
                    <a:pt x="1638" y="1"/>
                    <a:pt x="10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6266938" y="2496271"/>
              <a:ext cx="1034602" cy="1435508"/>
            </a:xfrm>
            <a:custGeom>
              <a:rect b="b" l="l" r="r" t="t"/>
              <a:pathLst>
                <a:path extrusionOk="0" h="82774" w="59657">
                  <a:moveTo>
                    <a:pt x="48400" y="1"/>
                  </a:moveTo>
                  <a:cubicBezTo>
                    <a:pt x="47138" y="1"/>
                    <a:pt x="45291" y="432"/>
                    <a:pt x="43547" y="2446"/>
                  </a:cubicBezTo>
                  <a:cubicBezTo>
                    <a:pt x="43547" y="2446"/>
                    <a:pt x="48612" y="20003"/>
                    <a:pt x="47700" y="22048"/>
                  </a:cubicBezTo>
                  <a:cubicBezTo>
                    <a:pt x="46756" y="24062"/>
                    <a:pt x="35366" y="37717"/>
                    <a:pt x="35366" y="37717"/>
                  </a:cubicBezTo>
                  <a:lnTo>
                    <a:pt x="33824" y="37402"/>
                  </a:lnTo>
                  <a:cubicBezTo>
                    <a:pt x="33636" y="37591"/>
                    <a:pt x="33353" y="37843"/>
                    <a:pt x="32943" y="38094"/>
                  </a:cubicBezTo>
                  <a:cubicBezTo>
                    <a:pt x="32110" y="38598"/>
                    <a:pt x="31244" y="38732"/>
                    <a:pt x="30560" y="38732"/>
                  </a:cubicBezTo>
                  <a:cubicBezTo>
                    <a:pt x="29876" y="38732"/>
                    <a:pt x="29372" y="38598"/>
                    <a:pt x="29262" y="38566"/>
                  </a:cubicBezTo>
                  <a:cubicBezTo>
                    <a:pt x="28192" y="38283"/>
                    <a:pt x="27500" y="37654"/>
                    <a:pt x="27154" y="37308"/>
                  </a:cubicBezTo>
                  <a:lnTo>
                    <a:pt x="23316" y="37308"/>
                  </a:lnTo>
                  <a:cubicBezTo>
                    <a:pt x="23316" y="37308"/>
                    <a:pt x="13782" y="35609"/>
                    <a:pt x="10227" y="19594"/>
                  </a:cubicBezTo>
                  <a:lnTo>
                    <a:pt x="12838" y="2446"/>
                  </a:lnTo>
                  <a:cubicBezTo>
                    <a:pt x="12838" y="2446"/>
                    <a:pt x="10665" y="227"/>
                    <a:pt x="8677" y="227"/>
                  </a:cubicBezTo>
                  <a:cubicBezTo>
                    <a:pt x="8346" y="227"/>
                    <a:pt x="8020" y="288"/>
                    <a:pt x="7709" y="432"/>
                  </a:cubicBezTo>
                  <a:cubicBezTo>
                    <a:pt x="7709" y="432"/>
                    <a:pt x="1" y="16038"/>
                    <a:pt x="95" y="21104"/>
                  </a:cubicBezTo>
                  <a:cubicBezTo>
                    <a:pt x="190" y="26170"/>
                    <a:pt x="12932" y="50208"/>
                    <a:pt x="12932" y="50208"/>
                  </a:cubicBezTo>
                  <a:lnTo>
                    <a:pt x="20421" y="82773"/>
                  </a:lnTo>
                  <a:lnTo>
                    <a:pt x="19320" y="77959"/>
                  </a:lnTo>
                  <a:cubicBezTo>
                    <a:pt x="28130" y="74121"/>
                    <a:pt x="43799" y="57287"/>
                    <a:pt x="43799" y="57287"/>
                  </a:cubicBezTo>
                  <a:lnTo>
                    <a:pt x="44302" y="47502"/>
                  </a:lnTo>
                  <a:cubicBezTo>
                    <a:pt x="44302" y="47502"/>
                    <a:pt x="59656" y="27428"/>
                    <a:pt x="58649" y="20852"/>
                  </a:cubicBezTo>
                  <a:cubicBezTo>
                    <a:pt x="57643" y="14276"/>
                    <a:pt x="49965" y="243"/>
                    <a:pt x="49965" y="243"/>
                  </a:cubicBezTo>
                  <a:cubicBezTo>
                    <a:pt x="49965" y="243"/>
                    <a:pt x="49347" y="1"/>
                    <a:pt x="48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6810002" y="3287241"/>
              <a:ext cx="1177955" cy="828226"/>
            </a:xfrm>
            <a:custGeom>
              <a:rect b="b" l="l" r="r" t="t"/>
              <a:pathLst>
                <a:path extrusionOk="0" h="47757" w="67923">
                  <a:moveTo>
                    <a:pt x="24815" y="0"/>
                  </a:moveTo>
                  <a:cubicBezTo>
                    <a:pt x="24666" y="0"/>
                    <a:pt x="24530" y="22"/>
                    <a:pt x="24408" y="67"/>
                  </a:cubicBezTo>
                  <a:cubicBezTo>
                    <a:pt x="19563" y="1829"/>
                    <a:pt x="18273" y="6738"/>
                    <a:pt x="18273" y="6738"/>
                  </a:cubicBezTo>
                  <a:cubicBezTo>
                    <a:pt x="18273" y="6738"/>
                    <a:pt x="7638" y="27095"/>
                    <a:pt x="150" y="33136"/>
                  </a:cubicBezTo>
                  <a:lnTo>
                    <a:pt x="2509" y="37509"/>
                  </a:lnTo>
                  <a:cubicBezTo>
                    <a:pt x="2509" y="37509"/>
                    <a:pt x="3296" y="38957"/>
                    <a:pt x="4618" y="40687"/>
                  </a:cubicBezTo>
                  <a:cubicBezTo>
                    <a:pt x="2269" y="44021"/>
                    <a:pt x="1" y="47756"/>
                    <a:pt x="1924" y="47756"/>
                  </a:cubicBezTo>
                  <a:cubicBezTo>
                    <a:pt x="2088" y="47756"/>
                    <a:pt x="2282" y="47729"/>
                    <a:pt x="2509" y="47672"/>
                  </a:cubicBezTo>
                  <a:cubicBezTo>
                    <a:pt x="6033" y="46791"/>
                    <a:pt x="10596" y="46319"/>
                    <a:pt x="12924" y="46131"/>
                  </a:cubicBezTo>
                  <a:cubicBezTo>
                    <a:pt x="13018" y="46135"/>
                    <a:pt x="13113" y="46137"/>
                    <a:pt x="13208" y="46137"/>
                  </a:cubicBezTo>
                  <a:cubicBezTo>
                    <a:pt x="15240" y="46137"/>
                    <a:pt x="17467" y="45159"/>
                    <a:pt x="19752" y="42544"/>
                  </a:cubicBezTo>
                  <a:cubicBezTo>
                    <a:pt x="28782" y="32192"/>
                    <a:pt x="28876" y="22029"/>
                    <a:pt x="28876" y="22029"/>
                  </a:cubicBezTo>
                  <a:cubicBezTo>
                    <a:pt x="28876" y="22029"/>
                    <a:pt x="41808" y="33325"/>
                    <a:pt x="59050" y="38485"/>
                  </a:cubicBezTo>
                  <a:lnTo>
                    <a:pt x="67923" y="28070"/>
                  </a:lnTo>
                  <a:lnTo>
                    <a:pt x="67923" y="28070"/>
                  </a:lnTo>
                  <a:cubicBezTo>
                    <a:pt x="67922" y="28070"/>
                    <a:pt x="62637" y="28983"/>
                    <a:pt x="57508" y="33199"/>
                  </a:cubicBezTo>
                  <a:cubicBezTo>
                    <a:pt x="57508" y="33199"/>
                    <a:pt x="30651" y="0"/>
                    <a:pt x="24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6737842" y="3143250"/>
              <a:ext cx="115692" cy="598611"/>
            </a:xfrm>
            <a:custGeom>
              <a:rect b="b" l="l" r="r" t="t"/>
              <a:pathLst>
                <a:path extrusionOk="0" h="34517" w="6671">
                  <a:moveTo>
                    <a:pt x="0" y="1"/>
                  </a:moveTo>
                  <a:lnTo>
                    <a:pt x="1290" y="34517"/>
                  </a:lnTo>
                  <a:lnTo>
                    <a:pt x="6670" y="33510"/>
                  </a:lnTo>
                  <a:lnTo>
                    <a:pt x="6670" y="95"/>
                  </a:lnTo>
                  <a:cubicBezTo>
                    <a:pt x="6670" y="95"/>
                    <a:pt x="5494" y="1312"/>
                    <a:pt x="3557" y="1312"/>
                  </a:cubicBezTo>
                  <a:cubicBezTo>
                    <a:pt x="2556" y="1312"/>
                    <a:pt x="1351" y="987"/>
                    <a:pt x="0" y="1"/>
                  </a:cubicBezTo>
                  <a:close/>
                </a:path>
              </a:pathLst>
            </a:custGeom>
            <a:solidFill>
              <a:srgbClr val="ECE9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6601968" y="3406745"/>
              <a:ext cx="1156277" cy="801657"/>
            </a:xfrm>
            <a:custGeom>
              <a:rect b="b" l="l" r="r" t="t"/>
              <a:pathLst>
                <a:path extrusionOk="0" h="46225" w="66673">
                  <a:moveTo>
                    <a:pt x="32240" y="0"/>
                  </a:moveTo>
                  <a:cubicBezTo>
                    <a:pt x="32212" y="0"/>
                    <a:pt x="32184" y="2"/>
                    <a:pt x="32157" y="4"/>
                  </a:cubicBezTo>
                  <a:cubicBezTo>
                    <a:pt x="27028" y="413"/>
                    <a:pt x="24480" y="4786"/>
                    <a:pt x="24480" y="4786"/>
                  </a:cubicBezTo>
                  <a:cubicBezTo>
                    <a:pt x="24480" y="4786"/>
                    <a:pt x="8811" y="21620"/>
                    <a:pt x="1" y="25458"/>
                  </a:cubicBezTo>
                  <a:lnTo>
                    <a:pt x="1102" y="30272"/>
                  </a:lnTo>
                  <a:cubicBezTo>
                    <a:pt x="1102" y="30272"/>
                    <a:pt x="3650" y="41686"/>
                    <a:pt x="10865" y="41686"/>
                  </a:cubicBezTo>
                  <a:cubicBezTo>
                    <a:pt x="12470" y="41686"/>
                    <a:pt x="14304" y="41122"/>
                    <a:pt x="16393" y="39743"/>
                  </a:cubicBezTo>
                  <a:cubicBezTo>
                    <a:pt x="27846" y="32129"/>
                    <a:pt x="30646" y="22343"/>
                    <a:pt x="30646" y="22343"/>
                  </a:cubicBezTo>
                  <a:cubicBezTo>
                    <a:pt x="30646" y="22343"/>
                    <a:pt x="40086" y="36691"/>
                    <a:pt x="55377" y="46225"/>
                  </a:cubicBezTo>
                  <a:lnTo>
                    <a:pt x="66673" y="38547"/>
                  </a:lnTo>
                  <a:cubicBezTo>
                    <a:pt x="66673" y="38547"/>
                    <a:pt x="66281" y="38510"/>
                    <a:pt x="65590" y="38510"/>
                  </a:cubicBezTo>
                  <a:cubicBezTo>
                    <a:pt x="63733" y="38510"/>
                    <a:pt x="59708" y="38778"/>
                    <a:pt x="55283" y="40750"/>
                  </a:cubicBezTo>
                  <a:cubicBezTo>
                    <a:pt x="55283" y="40750"/>
                    <a:pt x="37507" y="0"/>
                    <a:pt x="32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5440836" y="2110341"/>
              <a:ext cx="308315" cy="610612"/>
            </a:xfrm>
            <a:custGeom>
              <a:rect b="b" l="l" r="r" t="t"/>
              <a:pathLst>
                <a:path extrusionOk="0" h="35209" w="17778">
                  <a:moveTo>
                    <a:pt x="14159" y="1"/>
                  </a:moveTo>
                  <a:cubicBezTo>
                    <a:pt x="13058" y="221"/>
                    <a:pt x="12020" y="535"/>
                    <a:pt x="11013" y="944"/>
                  </a:cubicBezTo>
                  <a:cubicBezTo>
                    <a:pt x="11328" y="1448"/>
                    <a:pt x="11516" y="2014"/>
                    <a:pt x="11516" y="2644"/>
                  </a:cubicBezTo>
                  <a:cubicBezTo>
                    <a:pt x="11516" y="4406"/>
                    <a:pt x="10069" y="5821"/>
                    <a:pt x="8339" y="5821"/>
                  </a:cubicBezTo>
                  <a:cubicBezTo>
                    <a:pt x="7206" y="5821"/>
                    <a:pt x="6199" y="5224"/>
                    <a:pt x="5633" y="4343"/>
                  </a:cubicBezTo>
                  <a:cubicBezTo>
                    <a:pt x="4940" y="5003"/>
                    <a:pt x="4280" y="5727"/>
                    <a:pt x="3682" y="6482"/>
                  </a:cubicBezTo>
                  <a:cubicBezTo>
                    <a:pt x="5161" y="6923"/>
                    <a:pt x="6136" y="8433"/>
                    <a:pt x="5884" y="10006"/>
                  </a:cubicBezTo>
                  <a:cubicBezTo>
                    <a:pt x="5629" y="11566"/>
                    <a:pt x="4275" y="12691"/>
                    <a:pt x="2744" y="12691"/>
                  </a:cubicBezTo>
                  <a:cubicBezTo>
                    <a:pt x="2576" y="12691"/>
                    <a:pt x="2406" y="12677"/>
                    <a:pt x="2235" y="12649"/>
                  </a:cubicBezTo>
                  <a:cubicBezTo>
                    <a:pt x="1637" y="12555"/>
                    <a:pt x="1133" y="12303"/>
                    <a:pt x="724" y="11957"/>
                  </a:cubicBezTo>
                  <a:cubicBezTo>
                    <a:pt x="378" y="12932"/>
                    <a:pt x="158" y="13971"/>
                    <a:pt x="1" y="15040"/>
                  </a:cubicBezTo>
                  <a:cubicBezTo>
                    <a:pt x="228" y="14990"/>
                    <a:pt x="461" y="14965"/>
                    <a:pt x="694" y="14965"/>
                  </a:cubicBezTo>
                  <a:cubicBezTo>
                    <a:pt x="1620" y="14965"/>
                    <a:pt x="2550" y="15362"/>
                    <a:pt x="3178" y="16142"/>
                  </a:cubicBezTo>
                  <a:cubicBezTo>
                    <a:pt x="4280" y="17495"/>
                    <a:pt x="4059" y="19508"/>
                    <a:pt x="2706" y="20609"/>
                  </a:cubicBezTo>
                  <a:cubicBezTo>
                    <a:pt x="2098" y="21091"/>
                    <a:pt x="1388" y="21307"/>
                    <a:pt x="690" y="21307"/>
                  </a:cubicBezTo>
                  <a:cubicBezTo>
                    <a:pt x="522" y="21307"/>
                    <a:pt x="354" y="21295"/>
                    <a:pt x="189" y="21270"/>
                  </a:cubicBezTo>
                  <a:lnTo>
                    <a:pt x="189" y="21270"/>
                  </a:lnTo>
                  <a:cubicBezTo>
                    <a:pt x="378" y="22183"/>
                    <a:pt x="630" y="23095"/>
                    <a:pt x="976" y="23945"/>
                  </a:cubicBezTo>
                  <a:cubicBezTo>
                    <a:pt x="1440" y="23701"/>
                    <a:pt x="1944" y="23582"/>
                    <a:pt x="2444" y="23582"/>
                  </a:cubicBezTo>
                  <a:cubicBezTo>
                    <a:pt x="3366" y="23582"/>
                    <a:pt x="4276" y="23987"/>
                    <a:pt x="4909" y="24763"/>
                  </a:cubicBezTo>
                  <a:cubicBezTo>
                    <a:pt x="6010" y="26147"/>
                    <a:pt x="5790" y="28129"/>
                    <a:pt x="4437" y="29231"/>
                  </a:cubicBezTo>
                  <a:cubicBezTo>
                    <a:pt x="4374" y="29294"/>
                    <a:pt x="4311" y="29325"/>
                    <a:pt x="4217" y="29388"/>
                  </a:cubicBezTo>
                  <a:cubicBezTo>
                    <a:pt x="4815" y="30080"/>
                    <a:pt x="5475" y="30709"/>
                    <a:pt x="6168" y="31307"/>
                  </a:cubicBezTo>
                  <a:cubicBezTo>
                    <a:pt x="6671" y="30584"/>
                    <a:pt x="7458" y="30049"/>
                    <a:pt x="8401" y="29954"/>
                  </a:cubicBezTo>
                  <a:cubicBezTo>
                    <a:pt x="8536" y="29937"/>
                    <a:pt x="8671" y="29929"/>
                    <a:pt x="8804" y="29929"/>
                  </a:cubicBezTo>
                  <a:cubicBezTo>
                    <a:pt x="10374" y="29929"/>
                    <a:pt x="11751" y="31099"/>
                    <a:pt x="11925" y="32723"/>
                  </a:cubicBezTo>
                  <a:cubicBezTo>
                    <a:pt x="12020" y="33352"/>
                    <a:pt x="11894" y="33950"/>
                    <a:pt x="11642" y="34485"/>
                  </a:cubicBezTo>
                  <a:cubicBezTo>
                    <a:pt x="12460" y="34768"/>
                    <a:pt x="13341" y="35020"/>
                    <a:pt x="14222" y="35209"/>
                  </a:cubicBezTo>
                  <a:cubicBezTo>
                    <a:pt x="14411" y="34800"/>
                    <a:pt x="15261" y="33132"/>
                    <a:pt x="16960" y="32755"/>
                  </a:cubicBezTo>
                  <a:cubicBezTo>
                    <a:pt x="17180" y="32723"/>
                    <a:pt x="17463" y="32692"/>
                    <a:pt x="17778" y="32692"/>
                  </a:cubicBezTo>
                  <a:lnTo>
                    <a:pt x="17778" y="27154"/>
                  </a:lnTo>
                  <a:cubicBezTo>
                    <a:pt x="12492" y="27154"/>
                    <a:pt x="8213" y="22875"/>
                    <a:pt x="8213" y="17589"/>
                  </a:cubicBezTo>
                  <a:cubicBezTo>
                    <a:pt x="8213" y="12334"/>
                    <a:pt x="12492" y="8055"/>
                    <a:pt x="17778" y="8055"/>
                  </a:cubicBezTo>
                  <a:lnTo>
                    <a:pt x="17778" y="2832"/>
                  </a:lnTo>
                  <a:cubicBezTo>
                    <a:pt x="17589" y="2832"/>
                    <a:pt x="17463" y="2832"/>
                    <a:pt x="17306" y="2801"/>
                  </a:cubicBezTo>
                  <a:cubicBezTo>
                    <a:pt x="15512" y="2549"/>
                    <a:pt x="14474" y="630"/>
                    <a:pt x="14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5749124" y="2110341"/>
              <a:ext cx="307777" cy="610612"/>
            </a:xfrm>
            <a:custGeom>
              <a:rect b="b" l="l" r="r" t="t"/>
              <a:pathLst>
                <a:path extrusionOk="0" h="35209" w="17747">
                  <a:moveTo>
                    <a:pt x="3588" y="1"/>
                  </a:moveTo>
                  <a:cubicBezTo>
                    <a:pt x="3273" y="630"/>
                    <a:pt x="2235" y="2549"/>
                    <a:pt x="441" y="2801"/>
                  </a:cubicBezTo>
                  <a:cubicBezTo>
                    <a:pt x="315" y="2832"/>
                    <a:pt x="158" y="2832"/>
                    <a:pt x="1" y="2832"/>
                  </a:cubicBezTo>
                  <a:lnTo>
                    <a:pt x="1" y="8055"/>
                  </a:lnTo>
                  <a:cubicBezTo>
                    <a:pt x="5255" y="8055"/>
                    <a:pt x="9534" y="12334"/>
                    <a:pt x="9534" y="17589"/>
                  </a:cubicBezTo>
                  <a:cubicBezTo>
                    <a:pt x="9534" y="22875"/>
                    <a:pt x="5255" y="27154"/>
                    <a:pt x="1" y="27154"/>
                  </a:cubicBezTo>
                  <a:lnTo>
                    <a:pt x="1" y="32692"/>
                  </a:lnTo>
                  <a:cubicBezTo>
                    <a:pt x="284" y="32692"/>
                    <a:pt x="567" y="32723"/>
                    <a:pt x="787" y="32755"/>
                  </a:cubicBezTo>
                  <a:cubicBezTo>
                    <a:pt x="2486" y="33132"/>
                    <a:pt x="3336" y="34800"/>
                    <a:pt x="3525" y="35209"/>
                  </a:cubicBezTo>
                  <a:cubicBezTo>
                    <a:pt x="4406" y="35020"/>
                    <a:pt x="5287" y="34768"/>
                    <a:pt x="6105" y="34485"/>
                  </a:cubicBezTo>
                  <a:cubicBezTo>
                    <a:pt x="5853" y="33950"/>
                    <a:pt x="5727" y="33352"/>
                    <a:pt x="5821" y="32723"/>
                  </a:cubicBezTo>
                  <a:cubicBezTo>
                    <a:pt x="6025" y="31099"/>
                    <a:pt x="7378" y="29929"/>
                    <a:pt x="8944" y="29929"/>
                  </a:cubicBezTo>
                  <a:cubicBezTo>
                    <a:pt x="9076" y="29929"/>
                    <a:pt x="9210" y="29937"/>
                    <a:pt x="9345" y="29954"/>
                  </a:cubicBezTo>
                  <a:cubicBezTo>
                    <a:pt x="10289" y="30049"/>
                    <a:pt x="11076" y="30584"/>
                    <a:pt x="11579" y="31307"/>
                  </a:cubicBezTo>
                  <a:cubicBezTo>
                    <a:pt x="12272" y="30709"/>
                    <a:pt x="12932" y="30080"/>
                    <a:pt x="13530" y="29388"/>
                  </a:cubicBezTo>
                  <a:cubicBezTo>
                    <a:pt x="13467" y="29325"/>
                    <a:pt x="13373" y="29294"/>
                    <a:pt x="13310" y="29231"/>
                  </a:cubicBezTo>
                  <a:cubicBezTo>
                    <a:pt x="11957" y="28129"/>
                    <a:pt x="11737" y="26147"/>
                    <a:pt x="12838" y="24763"/>
                  </a:cubicBezTo>
                  <a:cubicBezTo>
                    <a:pt x="13470" y="23987"/>
                    <a:pt x="14394" y="23582"/>
                    <a:pt x="15317" y="23582"/>
                  </a:cubicBezTo>
                  <a:cubicBezTo>
                    <a:pt x="15817" y="23582"/>
                    <a:pt x="16317" y="23701"/>
                    <a:pt x="16771" y="23945"/>
                  </a:cubicBezTo>
                  <a:cubicBezTo>
                    <a:pt x="17117" y="23095"/>
                    <a:pt x="17369" y="22183"/>
                    <a:pt x="17557" y="21270"/>
                  </a:cubicBezTo>
                  <a:lnTo>
                    <a:pt x="17557" y="21270"/>
                  </a:lnTo>
                  <a:cubicBezTo>
                    <a:pt x="17392" y="21295"/>
                    <a:pt x="17225" y="21307"/>
                    <a:pt x="17057" y="21307"/>
                  </a:cubicBezTo>
                  <a:cubicBezTo>
                    <a:pt x="16360" y="21307"/>
                    <a:pt x="15655" y="21091"/>
                    <a:pt x="15072" y="20609"/>
                  </a:cubicBezTo>
                  <a:cubicBezTo>
                    <a:pt x="13687" y="19508"/>
                    <a:pt x="13467" y="17495"/>
                    <a:pt x="14600" y="16142"/>
                  </a:cubicBezTo>
                  <a:cubicBezTo>
                    <a:pt x="15228" y="15362"/>
                    <a:pt x="16138" y="14965"/>
                    <a:pt x="17056" y="14965"/>
                  </a:cubicBezTo>
                  <a:cubicBezTo>
                    <a:pt x="17287" y="14965"/>
                    <a:pt x="17519" y="14990"/>
                    <a:pt x="17746" y="15040"/>
                  </a:cubicBezTo>
                  <a:cubicBezTo>
                    <a:pt x="17589" y="13971"/>
                    <a:pt x="17369" y="12932"/>
                    <a:pt x="17023" y="11957"/>
                  </a:cubicBezTo>
                  <a:cubicBezTo>
                    <a:pt x="16614" y="12303"/>
                    <a:pt x="16110" y="12555"/>
                    <a:pt x="15512" y="12649"/>
                  </a:cubicBezTo>
                  <a:cubicBezTo>
                    <a:pt x="15341" y="12677"/>
                    <a:pt x="15171" y="12691"/>
                    <a:pt x="15004" y="12691"/>
                  </a:cubicBezTo>
                  <a:cubicBezTo>
                    <a:pt x="13477" y="12691"/>
                    <a:pt x="12149" y="11566"/>
                    <a:pt x="11894" y="10006"/>
                  </a:cubicBezTo>
                  <a:cubicBezTo>
                    <a:pt x="11611" y="8433"/>
                    <a:pt x="12586" y="6923"/>
                    <a:pt x="14065" y="6482"/>
                  </a:cubicBezTo>
                  <a:cubicBezTo>
                    <a:pt x="13467" y="5727"/>
                    <a:pt x="12806" y="5003"/>
                    <a:pt x="12114" y="4343"/>
                  </a:cubicBezTo>
                  <a:cubicBezTo>
                    <a:pt x="11548" y="5224"/>
                    <a:pt x="10541" y="5821"/>
                    <a:pt x="9440" y="5821"/>
                  </a:cubicBezTo>
                  <a:cubicBezTo>
                    <a:pt x="7678" y="5821"/>
                    <a:pt x="6262" y="4406"/>
                    <a:pt x="6262" y="2644"/>
                  </a:cubicBezTo>
                  <a:cubicBezTo>
                    <a:pt x="6262" y="2014"/>
                    <a:pt x="6419" y="1448"/>
                    <a:pt x="6734" y="944"/>
                  </a:cubicBezTo>
                  <a:cubicBezTo>
                    <a:pt x="5727" y="535"/>
                    <a:pt x="4689" y="221"/>
                    <a:pt x="3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5306609" y="2747661"/>
              <a:ext cx="800495" cy="980025"/>
            </a:xfrm>
            <a:custGeom>
              <a:rect b="b" l="l" r="r" t="t"/>
              <a:pathLst>
                <a:path extrusionOk="0" h="56510" w="46158">
                  <a:moveTo>
                    <a:pt x="30709" y="0"/>
                  </a:moveTo>
                  <a:lnTo>
                    <a:pt x="21868" y="14883"/>
                  </a:lnTo>
                  <a:cubicBezTo>
                    <a:pt x="27783" y="18407"/>
                    <a:pt x="29734" y="26053"/>
                    <a:pt x="26241" y="31999"/>
                  </a:cubicBezTo>
                  <a:cubicBezTo>
                    <a:pt x="23907" y="35918"/>
                    <a:pt x="19750" y="38097"/>
                    <a:pt x="15490" y="38097"/>
                  </a:cubicBezTo>
                  <a:cubicBezTo>
                    <a:pt x="13319" y="38097"/>
                    <a:pt x="11122" y="37531"/>
                    <a:pt x="9125" y="36341"/>
                  </a:cubicBezTo>
                  <a:lnTo>
                    <a:pt x="0" y="51727"/>
                  </a:lnTo>
                  <a:lnTo>
                    <a:pt x="4154" y="54213"/>
                  </a:lnTo>
                  <a:cubicBezTo>
                    <a:pt x="5979" y="51947"/>
                    <a:pt x="7804" y="49714"/>
                    <a:pt x="9597" y="47480"/>
                  </a:cubicBezTo>
                  <a:cubicBezTo>
                    <a:pt x="11265" y="47920"/>
                    <a:pt x="12932" y="48172"/>
                    <a:pt x="14600" y="48235"/>
                  </a:cubicBezTo>
                  <a:cubicBezTo>
                    <a:pt x="15701" y="51004"/>
                    <a:pt x="16802" y="53772"/>
                    <a:pt x="17872" y="56510"/>
                  </a:cubicBezTo>
                  <a:lnTo>
                    <a:pt x="27468" y="54087"/>
                  </a:lnTo>
                  <a:cubicBezTo>
                    <a:pt x="27154" y="51192"/>
                    <a:pt x="26839" y="48298"/>
                    <a:pt x="26525" y="45372"/>
                  </a:cubicBezTo>
                  <a:cubicBezTo>
                    <a:pt x="28224" y="44459"/>
                    <a:pt x="29797" y="43295"/>
                    <a:pt x="31244" y="41910"/>
                  </a:cubicBezTo>
                  <a:cubicBezTo>
                    <a:pt x="33509" y="42886"/>
                    <a:pt x="35806" y="43893"/>
                    <a:pt x="38103" y="44868"/>
                  </a:cubicBezTo>
                  <a:lnTo>
                    <a:pt x="43137" y="36373"/>
                  </a:lnTo>
                  <a:cubicBezTo>
                    <a:pt x="41187" y="34831"/>
                    <a:pt x="39267" y="33258"/>
                    <a:pt x="37317" y="31685"/>
                  </a:cubicBezTo>
                  <a:cubicBezTo>
                    <a:pt x="37726" y="30332"/>
                    <a:pt x="37977" y="28947"/>
                    <a:pt x="38072" y="27531"/>
                  </a:cubicBezTo>
                  <a:cubicBezTo>
                    <a:pt x="40778" y="26462"/>
                    <a:pt x="43452" y="25392"/>
                    <a:pt x="46158" y="24322"/>
                  </a:cubicBezTo>
                  <a:lnTo>
                    <a:pt x="43735" y="14757"/>
                  </a:lnTo>
                  <a:cubicBezTo>
                    <a:pt x="41092" y="15040"/>
                    <a:pt x="38449" y="15323"/>
                    <a:pt x="35838" y="15607"/>
                  </a:cubicBezTo>
                  <a:cubicBezTo>
                    <a:pt x="34831" y="13530"/>
                    <a:pt x="33478" y="11611"/>
                    <a:pt x="31842" y="9912"/>
                  </a:cubicBezTo>
                  <a:cubicBezTo>
                    <a:pt x="32912" y="7457"/>
                    <a:pt x="33950" y="5035"/>
                    <a:pt x="35020" y="2581"/>
                  </a:cubicBezTo>
                  <a:lnTo>
                    <a:pt x="307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5042525" y="2671807"/>
              <a:ext cx="796680" cy="972949"/>
            </a:xfrm>
            <a:custGeom>
              <a:rect b="b" l="l" r="r" t="t"/>
              <a:pathLst>
                <a:path extrusionOk="0" h="56102" w="45938">
                  <a:moveTo>
                    <a:pt x="26744" y="1"/>
                  </a:moveTo>
                  <a:lnTo>
                    <a:pt x="17179" y="2455"/>
                  </a:lnTo>
                  <a:cubicBezTo>
                    <a:pt x="17525" y="5318"/>
                    <a:pt x="17871" y="8213"/>
                    <a:pt x="18218" y="11076"/>
                  </a:cubicBezTo>
                  <a:cubicBezTo>
                    <a:pt x="17053" y="11863"/>
                    <a:pt x="15952" y="12744"/>
                    <a:pt x="14945" y="13719"/>
                  </a:cubicBezTo>
                  <a:cubicBezTo>
                    <a:pt x="12648" y="12775"/>
                    <a:pt x="10352" y="11831"/>
                    <a:pt x="8023" y="10888"/>
                  </a:cubicBezTo>
                  <a:lnTo>
                    <a:pt x="2989" y="19351"/>
                  </a:lnTo>
                  <a:cubicBezTo>
                    <a:pt x="4971" y="20893"/>
                    <a:pt x="6922" y="22435"/>
                    <a:pt x="8873" y="23977"/>
                  </a:cubicBezTo>
                  <a:cubicBezTo>
                    <a:pt x="8369" y="25896"/>
                    <a:pt x="8086" y="27815"/>
                    <a:pt x="8086" y="29766"/>
                  </a:cubicBezTo>
                  <a:cubicBezTo>
                    <a:pt x="5380" y="30867"/>
                    <a:pt x="2706" y="32000"/>
                    <a:pt x="0" y="33101"/>
                  </a:cubicBezTo>
                  <a:lnTo>
                    <a:pt x="2423" y="42698"/>
                  </a:lnTo>
                  <a:cubicBezTo>
                    <a:pt x="5380" y="42320"/>
                    <a:pt x="8338" y="41974"/>
                    <a:pt x="11296" y="41596"/>
                  </a:cubicBezTo>
                  <a:cubicBezTo>
                    <a:pt x="12145" y="43044"/>
                    <a:pt x="13183" y="44397"/>
                    <a:pt x="14348" y="45624"/>
                  </a:cubicBezTo>
                  <a:cubicBezTo>
                    <a:pt x="13246" y="48298"/>
                    <a:pt x="12145" y="50941"/>
                    <a:pt x="11044" y="53616"/>
                  </a:cubicBezTo>
                  <a:lnTo>
                    <a:pt x="15228" y="56101"/>
                  </a:lnTo>
                  <a:lnTo>
                    <a:pt x="24353" y="40715"/>
                  </a:lnTo>
                  <a:cubicBezTo>
                    <a:pt x="18406" y="37191"/>
                    <a:pt x="16456" y="29546"/>
                    <a:pt x="19980" y="23630"/>
                  </a:cubicBezTo>
                  <a:cubicBezTo>
                    <a:pt x="22315" y="19689"/>
                    <a:pt x="26475" y="17503"/>
                    <a:pt x="30738" y="17503"/>
                  </a:cubicBezTo>
                  <a:cubicBezTo>
                    <a:pt x="32906" y="17503"/>
                    <a:pt x="35101" y="18069"/>
                    <a:pt x="37096" y="19257"/>
                  </a:cubicBezTo>
                  <a:lnTo>
                    <a:pt x="45937" y="4374"/>
                  </a:lnTo>
                  <a:lnTo>
                    <a:pt x="41595" y="1826"/>
                  </a:lnTo>
                  <a:cubicBezTo>
                    <a:pt x="39959" y="3934"/>
                    <a:pt x="38323" y="6011"/>
                    <a:pt x="36687" y="8119"/>
                  </a:cubicBezTo>
                  <a:cubicBezTo>
                    <a:pt x="34728" y="7575"/>
                    <a:pt x="32723" y="7313"/>
                    <a:pt x="30732" y="7313"/>
                  </a:cubicBezTo>
                  <a:cubicBezTo>
                    <a:pt x="30419" y="7313"/>
                    <a:pt x="30108" y="7319"/>
                    <a:pt x="29796" y="7332"/>
                  </a:cubicBezTo>
                  <a:cubicBezTo>
                    <a:pt x="28758" y="4909"/>
                    <a:pt x="27751" y="2455"/>
                    <a:pt x="267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7608132" y="1459842"/>
              <a:ext cx="1129552" cy="1206015"/>
            </a:xfrm>
            <a:custGeom>
              <a:rect b="b" l="l" r="r" t="t"/>
              <a:pathLst>
                <a:path extrusionOk="0" h="69541" w="65132">
                  <a:moveTo>
                    <a:pt x="38277" y="15646"/>
                  </a:moveTo>
                  <a:cubicBezTo>
                    <a:pt x="40381" y="15646"/>
                    <a:pt x="42477" y="16532"/>
                    <a:pt x="43956" y="18255"/>
                  </a:cubicBezTo>
                  <a:cubicBezTo>
                    <a:pt x="46630" y="21370"/>
                    <a:pt x="46253" y="26089"/>
                    <a:pt x="43106" y="28732"/>
                  </a:cubicBezTo>
                  <a:cubicBezTo>
                    <a:pt x="41709" y="29932"/>
                    <a:pt x="39996" y="30517"/>
                    <a:pt x="38289" y="30517"/>
                  </a:cubicBezTo>
                  <a:cubicBezTo>
                    <a:pt x="36191" y="30517"/>
                    <a:pt x="34104" y="29632"/>
                    <a:pt x="32629" y="27914"/>
                  </a:cubicBezTo>
                  <a:cubicBezTo>
                    <a:pt x="29955" y="24768"/>
                    <a:pt x="30332" y="20080"/>
                    <a:pt x="33478" y="17405"/>
                  </a:cubicBezTo>
                  <a:cubicBezTo>
                    <a:pt x="34870" y="16224"/>
                    <a:pt x="36576" y="15646"/>
                    <a:pt x="38277" y="15646"/>
                  </a:cubicBezTo>
                  <a:close/>
                  <a:moveTo>
                    <a:pt x="45639" y="37262"/>
                  </a:moveTo>
                  <a:cubicBezTo>
                    <a:pt x="47744" y="37262"/>
                    <a:pt x="49839" y="38147"/>
                    <a:pt x="51318" y="39870"/>
                  </a:cubicBezTo>
                  <a:cubicBezTo>
                    <a:pt x="53961" y="43017"/>
                    <a:pt x="53615" y="47705"/>
                    <a:pt x="50469" y="50348"/>
                  </a:cubicBezTo>
                  <a:cubicBezTo>
                    <a:pt x="49072" y="51547"/>
                    <a:pt x="47352" y="52133"/>
                    <a:pt x="45641" y="52133"/>
                  </a:cubicBezTo>
                  <a:cubicBezTo>
                    <a:pt x="43538" y="52133"/>
                    <a:pt x="41449" y="51248"/>
                    <a:pt x="39991" y="49530"/>
                  </a:cubicBezTo>
                  <a:cubicBezTo>
                    <a:pt x="37317" y="46383"/>
                    <a:pt x="37695" y="41695"/>
                    <a:pt x="40841" y="39021"/>
                  </a:cubicBezTo>
                  <a:cubicBezTo>
                    <a:pt x="42233" y="37840"/>
                    <a:pt x="43939" y="37262"/>
                    <a:pt x="45639" y="37262"/>
                  </a:cubicBezTo>
                  <a:close/>
                  <a:moveTo>
                    <a:pt x="28706" y="0"/>
                  </a:moveTo>
                  <a:cubicBezTo>
                    <a:pt x="28032" y="0"/>
                    <a:pt x="27466" y="516"/>
                    <a:pt x="27406" y="1201"/>
                  </a:cubicBezTo>
                  <a:lnTo>
                    <a:pt x="26997" y="6424"/>
                  </a:lnTo>
                  <a:cubicBezTo>
                    <a:pt x="26556" y="6408"/>
                    <a:pt x="26115" y="6399"/>
                    <a:pt x="25673" y="6399"/>
                  </a:cubicBezTo>
                  <a:cubicBezTo>
                    <a:pt x="22774" y="6399"/>
                    <a:pt x="19867" y="6761"/>
                    <a:pt x="17054" y="7525"/>
                  </a:cubicBezTo>
                  <a:lnTo>
                    <a:pt x="15607" y="3058"/>
                  </a:lnTo>
                  <a:cubicBezTo>
                    <a:pt x="15429" y="2499"/>
                    <a:pt x="14924" y="2145"/>
                    <a:pt x="14371" y="2145"/>
                  </a:cubicBezTo>
                  <a:cubicBezTo>
                    <a:pt x="14239" y="2145"/>
                    <a:pt x="14105" y="2165"/>
                    <a:pt x="13971" y="2208"/>
                  </a:cubicBezTo>
                  <a:cubicBezTo>
                    <a:pt x="13279" y="2428"/>
                    <a:pt x="12901" y="3152"/>
                    <a:pt x="13121" y="3844"/>
                  </a:cubicBezTo>
                  <a:lnTo>
                    <a:pt x="14537" y="8312"/>
                  </a:lnTo>
                  <a:cubicBezTo>
                    <a:pt x="11265" y="9476"/>
                    <a:pt x="8119" y="11175"/>
                    <a:pt x="5255" y="13441"/>
                  </a:cubicBezTo>
                  <a:lnTo>
                    <a:pt x="1857" y="9476"/>
                  </a:lnTo>
                  <a:cubicBezTo>
                    <a:pt x="1596" y="9163"/>
                    <a:pt x="1230" y="9004"/>
                    <a:pt x="858" y="9004"/>
                  </a:cubicBezTo>
                  <a:cubicBezTo>
                    <a:pt x="558" y="9004"/>
                    <a:pt x="254" y="9108"/>
                    <a:pt x="1" y="9319"/>
                  </a:cubicBezTo>
                  <a:lnTo>
                    <a:pt x="8433" y="19199"/>
                  </a:lnTo>
                  <a:cubicBezTo>
                    <a:pt x="8465" y="19167"/>
                    <a:pt x="8465" y="19136"/>
                    <a:pt x="8496" y="19136"/>
                  </a:cubicBezTo>
                  <a:cubicBezTo>
                    <a:pt x="9907" y="17936"/>
                    <a:pt x="11629" y="17351"/>
                    <a:pt x="13339" y="17351"/>
                  </a:cubicBezTo>
                  <a:cubicBezTo>
                    <a:pt x="15443" y="17351"/>
                    <a:pt x="17530" y="18236"/>
                    <a:pt x="19005" y="19954"/>
                  </a:cubicBezTo>
                  <a:cubicBezTo>
                    <a:pt x="21648" y="23100"/>
                    <a:pt x="21271" y="27788"/>
                    <a:pt x="18156" y="30463"/>
                  </a:cubicBezTo>
                  <a:cubicBezTo>
                    <a:pt x="18124" y="30494"/>
                    <a:pt x="18093" y="30494"/>
                    <a:pt x="18061" y="30526"/>
                  </a:cubicBezTo>
                  <a:lnTo>
                    <a:pt x="20987" y="33955"/>
                  </a:lnTo>
                  <a:cubicBezTo>
                    <a:pt x="21019" y="33924"/>
                    <a:pt x="21050" y="33892"/>
                    <a:pt x="21082" y="33892"/>
                  </a:cubicBezTo>
                  <a:cubicBezTo>
                    <a:pt x="22479" y="32693"/>
                    <a:pt x="24192" y="32107"/>
                    <a:pt x="25899" y="32107"/>
                  </a:cubicBezTo>
                  <a:cubicBezTo>
                    <a:pt x="27997" y="32107"/>
                    <a:pt x="30084" y="32992"/>
                    <a:pt x="31559" y="34710"/>
                  </a:cubicBezTo>
                  <a:cubicBezTo>
                    <a:pt x="34234" y="37857"/>
                    <a:pt x="33856" y="42545"/>
                    <a:pt x="30710" y="45219"/>
                  </a:cubicBezTo>
                  <a:cubicBezTo>
                    <a:pt x="30678" y="45251"/>
                    <a:pt x="30647" y="45251"/>
                    <a:pt x="30615" y="45282"/>
                  </a:cubicBezTo>
                  <a:lnTo>
                    <a:pt x="51287" y="69541"/>
                  </a:lnTo>
                  <a:cubicBezTo>
                    <a:pt x="51853" y="69069"/>
                    <a:pt x="51916" y="68251"/>
                    <a:pt x="51444" y="67685"/>
                  </a:cubicBezTo>
                  <a:lnTo>
                    <a:pt x="48046" y="63720"/>
                  </a:lnTo>
                  <a:cubicBezTo>
                    <a:pt x="50941" y="61046"/>
                    <a:pt x="53269" y="57931"/>
                    <a:pt x="55000" y="54627"/>
                  </a:cubicBezTo>
                  <a:lnTo>
                    <a:pt x="59971" y="57081"/>
                  </a:lnTo>
                  <a:cubicBezTo>
                    <a:pt x="60155" y="57167"/>
                    <a:pt x="60352" y="57210"/>
                    <a:pt x="60548" y="57210"/>
                  </a:cubicBezTo>
                  <a:cubicBezTo>
                    <a:pt x="60855" y="57210"/>
                    <a:pt x="61156" y="57104"/>
                    <a:pt x="61387" y="56892"/>
                  </a:cubicBezTo>
                  <a:cubicBezTo>
                    <a:pt x="61513" y="56798"/>
                    <a:pt x="61639" y="56641"/>
                    <a:pt x="61702" y="56483"/>
                  </a:cubicBezTo>
                  <a:cubicBezTo>
                    <a:pt x="62048" y="55823"/>
                    <a:pt x="61764" y="55036"/>
                    <a:pt x="61135" y="54721"/>
                  </a:cubicBezTo>
                  <a:lnTo>
                    <a:pt x="56101" y="52236"/>
                  </a:lnTo>
                  <a:cubicBezTo>
                    <a:pt x="57297" y="49404"/>
                    <a:pt x="58083" y="46415"/>
                    <a:pt x="58461" y="43363"/>
                  </a:cubicBezTo>
                  <a:lnTo>
                    <a:pt x="63684" y="43803"/>
                  </a:lnTo>
                  <a:cubicBezTo>
                    <a:pt x="63719" y="43807"/>
                    <a:pt x="63754" y="43808"/>
                    <a:pt x="63790" y="43808"/>
                  </a:cubicBezTo>
                  <a:cubicBezTo>
                    <a:pt x="64100" y="43808"/>
                    <a:pt x="64402" y="43686"/>
                    <a:pt x="64628" y="43489"/>
                  </a:cubicBezTo>
                  <a:cubicBezTo>
                    <a:pt x="64879" y="43268"/>
                    <a:pt x="65037" y="42954"/>
                    <a:pt x="65068" y="42608"/>
                  </a:cubicBezTo>
                  <a:cubicBezTo>
                    <a:pt x="65131" y="41884"/>
                    <a:pt x="64596" y="41255"/>
                    <a:pt x="63873" y="41192"/>
                  </a:cubicBezTo>
                  <a:lnTo>
                    <a:pt x="58650" y="40751"/>
                  </a:lnTo>
                  <a:cubicBezTo>
                    <a:pt x="58807" y="37290"/>
                    <a:pt x="58398" y="33798"/>
                    <a:pt x="57454" y="30431"/>
                  </a:cubicBezTo>
                  <a:lnTo>
                    <a:pt x="62425" y="28795"/>
                  </a:lnTo>
                  <a:cubicBezTo>
                    <a:pt x="62583" y="28732"/>
                    <a:pt x="62740" y="28669"/>
                    <a:pt x="62866" y="28543"/>
                  </a:cubicBezTo>
                  <a:cubicBezTo>
                    <a:pt x="63243" y="28229"/>
                    <a:pt x="63432" y="27662"/>
                    <a:pt x="63243" y="27159"/>
                  </a:cubicBezTo>
                  <a:cubicBezTo>
                    <a:pt x="63066" y="26600"/>
                    <a:pt x="62560" y="26247"/>
                    <a:pt x="62008" y="26247"/>
                  </a:cubicBezTo>
                  <a:cubicBezTo>
                    <a:pt x="61876" y="26247"/>
                    <a:pt x="61741" y="26267"/>
                    <a:pt x="61607" y="26309"/>
                  </a:cubicBezTo>
                  <a:lnTo>
                    <a:pt x="56636" y="27914"/>
                  </a:lnTo>
                  <a:cubicBezTo>
                    <a:pt x="55472" y="24799"/>
                    <a:pt x="53804" y="21779"/>
                    <a:pt x="51633" y="19041"/>
                  </a:cubicBezTo>
                  <a:lnTo>
                    <a:pt x="55629" y="15643"/>
                  </a:lnTo>
                  <a:cubicBezTo>
                    <a:pt x="56164" y="15171"/>
                    <a:pt x="56227" y="14353"/>
                    <a:pt x="55755" y="13787"/>
                  </a:cubicBezTo>
                  <a:cubicBezTo>
                    <a:pt x="55507" y="13486"/>
                    <a:pt x="55131" y="13325"/>
                    <a:pt x="54753" y="13325"/>
                  </a:cubicBezTo>
                  <a:cubicBezTo>
                    <a:pt x="54459" y="13325"/>
                    <a:pt x="54164" y="13423"/>
                    <a:pt x="53930" y="13629"/>
                  </a:cubicBezTo>
                  <a:lnTo>
                    <a:pt x="49934" y="17028"/>
                  </a:lnTo>
                  <a:cubicBezTo>
                    <a:pt x="47637" y="14542"/>
                    <a:pt x="45026" y="12465"/>
                    <a:pt x="42225" y="10861"/>
                  </a:cubicBezTo>
                  <a:lnTo>
                    <a:pt x="44491" y="6361"/>
                  </a:lnTo>
                  <a:cubicBezTo>
                    <a:pt x="44837" y="5732"/>
                    <a:pt x="44585" y="4914"/>
                    <a:pt x="43924" y="4599"/>
                  </a:cubicBezTo>
                  <a:cubicBezTo>
                    <a:pt x="43741" y="4507"/>
                    <a:pt x="43541" y="4464"/>
                    <a:pt x="43342" y="4464"/>
                  </a:cubicBezTo>
                  <a:cubicBezTo>
                    <a:pt x="42860" y="4464"/>
                    <a:pt x="42385" y="4720"/>
                    <a:pt x="42162" y="5166"/>
                  </a:cubicBezTo>
                  <a:lnTo>
                    <a:pt x="39897" y="9633"/>
                  </a:lnTo>
                  <a:cubicBezTo>
                    <a:pt x="36625" y="8060"/>
                    <a:pt x="33164" y="7053"/>
                    <a:pt x="29608" y="6644"/>
                  </a:cubicBezTo>
                  <a:lnTo>
                    <a:pt x="30017" y="1421"/>
                  </a:lnTo>
                  <a:cubicBezTo>
                    <a:pt x="30080" y="698"/>
                    <a:pt x="29545" y="68"/>
                    <a:pt x="28822" y="6"/>
                  </a:cubicBezTo>
                  <a:cubicBezTo>
                    <a:pt x="28783" y="2"/>
                    <a:pt x="28745" y="0"/>
                    <a:pt x="28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7370235" y="1619805"/>
              <a:ext cx="1129534" cy="1206015"/>
            </a:xfrm>
            <a:custGeom>
              <a:rect b="b" l="l" r="r" t="t"/>
              <a:pathLst>
                <a:path extrusionOk="0" h="69541" w="65131">
                  <a:moveTo>
                    <a:pt x="21331" y="32543"/>
                  </a:moveTo>
                  <a:cubicBezTo>
                    <a:pt x="23434" y="32543"/>
                    <a:pt x="25522" y="33428"/>
                    <a:pt x="26997" y="35146"/>
                  </a:cubicBezTo>
                  <a:cubicBezTo>
                    <a:pt x="29640" y="38292"/>
                    <a:pt x="29262" y="42980"/>
                    <a:pt x="26147" y="45655"/>
                  </a:cubicBezTo>
                  <a:cubicBezTo>
                    <a:pt x="24741" y="46836"/>
                    <a:pt x="23027" y="47414"/>
                    <a:pt x="21326" y="47414"/>
                  </a:cubicBezTo>
                  <a:cubicBezTo>
                    <a:pt x="19219" y="47414"/>
                    <a:pt x="17132" y="46528"/>
                    <a:pt x="15670" y="44805"/>
                  </a:cubicBezTo>
                  <a:cubicBezTo>
                    <a:pt x="12995" y="41690"/>
                    <a:pt x="13373" y="36971"/>
                    <a:pt x="16488" y="34328"/>
                  </a:cubicBezTo>
                  <a:cubicBezTo>
                    <a:pt x="17899" y="33128"/>
                    <a:pt x="19620" y="32543"/>
                    <a:pt x="21331" y="32543"/>
                  </a:cubicBezTo>
                  <a:close/>
                  <a:moveTo>
                    <a:pt x="41480" y="43266"/>
                  </a:moveTo>
                  <a:cubicBezTo>
                    <a:pt x="43590" y="43266"/>
                    <a:pt x="45686" y="44152"/>
                    <a:pt x="47165" y="45875"/>
                  </a:cubicBezTo>
                  <a:cubicBezTo>
                    <a:pt x="49808" y="48990"/>
                    <a:pt x="49430" y="53709"/>
                    <a:pt x="46315" y="56352"/>
                  </a:cubicBezTo>
                  <a:cubicBezTo>
                    <a:pt x="44922" y="57549"/>
                    <a:pt x="43207" y="58135"/>
                    <a:pt x="41500" y="58135"/>
                  </a:cubicBezTo>
                  <a:cubicBezTo>
                    <a:pt x="39393" y="58135"/>
                    <a:pt x="37298" y="57241"/>
                    <a:pt x="35838" y="55503"/>
                  </a:cubicBezTo>
                  <a:cubicBezTo>
                    <a:pt x="33164" y="52388"/>
                    <a:pt x="33541" y="47700"/>
                    <a:pt x="36656" y="45025"/>
                  </a:cubicBezTo>
                  <a:cubicBezTo>
                    <a:pt x="38062" y="43844"/>
                    <a:pt x="39776" y="43266"/>
                    <a:pt x="41480" y="43266"/>
                  </a:cubicBezTo>
                  <a:close/>
                  <a:moveTo>
                    <a:pt x="13845" y="0"/>
                  </a:moveTo>
                  <a:cubicBezTo>
                    <a:pt x="13278" y="472"/>
                    <a:pt x="13216" y="1290"/>
                    <a:pt x="13687" y="1857"/>
                  </a:cubicBezTo>
                  <a:lnTo>
                    <a:pt x="17086" y="5821"/>
                  </a:lnTo>
                  <a:cubicBezTo>
                    <a:pt x="14380" y="8307"/>
                    <a:pt x="12209" y="11139"/>
                    <a:pt x="10541" y="14191"/>
                  </a:cubicBezTo>
                  <a:lnTo>
                    <a:pt x="6356" y="12083"/>
                  </a:lnTo>
                  <a:cubicBezTo>
                    <a:pt x="6156" y="11977"/>
                    <a:pt x="5943" y="11927"/>
                    <a:pt x="5736" y="11927"/>
                  </a:cubicBezTo>
                  <a:cubicBezTo>
                    <a:pt x="5261" y="11927"/>
                    <a:pt x="4813" y="12189"/>
                    <a:pt x="4594" y="12649"/>
                  </a:cubicBezTo>
                  <a:cubicBezTo>
                    <a:pt x="4248" y="13278"/>
                    <a:pt x="4532" y="14096"/>
                    <a:pt x="5161" y="14411"/>
                  </a:cubicBezTo>
                  <a:lnTo>
                    <a:pt x="9345" y="16551"/>
                  </a:lnTo>
                  <a:cubicBezTo>
                    <a:pt x="7961" y="19603"/>
                    <a:pt x="7080" y="22875"/>
                    <a:pt x="6671" y="26178"/>
                  </a:cubicBezTo>
                  <a:lnTo>
                    <a:pt x="1448" y="25738"/>
                  </a:lnTo>
                  <a:cubicBezTo>
                    <a:pt x="1429" y="25737"/>
                    <a:pt x="1409" y="25737"/>
                    <a:pt x="1390" y="25737"/>
                  </a:cubicBezTo>
                  <a:cubicBezTo>
                    <a:pt x="719" y="25737"/>
                    <a:pt x="94" y="26262"/>
                    <a:pt x="64" y="26965"/>
                  </a:cubicBezTo>
                  <a:cubicBezTo>
                    <a:pt x="1" y="27657"/>
                    <a:pt x="536" y="28318"/>
                    <a:pt x="1259" y="28349"/>
                  </a:cubicBezTo>
                  <a:lnTo>
                    <a:pt x="6482" y="28790"/>
                  </a:lnTo>
                  <a:cubicBezTo>
                    <a:pt x="6325" y="32345"/>
                    <a:pt x="6765" y="35964"/>
                    <a:pt x="7772" y="39425"/>
                  </a:cubicBezTo>
                  <a:lnTo>
                    <a:pt x="3021" y="40967"/>
                  </a:lnTo>
                  <a:cubicBezTo>
                    <a:pt x="2329" y="41187"/>
                    <a:pt x="1951" y="41910"/>
                    <a:pt x="2172" y="42603"/>
                  </a:cubicBezTo>
                  <a:cubicBezTo>
                    <a:pt x="2349" y="43161"/>
                    <a:pt x="2876" y="43515"/>
                    <a:pt x="3436" y="43515"/>
                  </a:cubicBezTo>
                  <a:cubicBezTo>
                    <a:pt x="3570" y="43515"/>
                    <a:pt x="3706" y="43495"/>
                    <a:pt x="3839" y="43452"/>
                  </a:cubicBezTo>
                  <a:lnTo>
                    <a:pt x="8622" y="41910"/>
                  </a:lnTo>
                  <a:cubicBezTo>
                    <a:pt x="9786" y="44931"/>
                    <a:pt x="11391" y="47857"/>
                    <a:pt x="13499" y="50500"/>
                  </a:cubicBezTo>
                  <a:lnTo>
                    <a:pt x="9503" y="53898"/>
                  </a:lnTo>
                  <a:cubicBezTo>
                    <a:pt x="8968" y="54370"/>
                    <a:pt x="8905" y="55220"/>
                    <a:pt x="9377" y="55755"/>
                  </a:cubicBezTo>
                  <a:cubicBezTo>
                    <a:pt x="9621" y="56068"/>
                    <a:pt x="9989" y="56227"/>
                    <a:pt x="10360" y="56227"/>
                  </a:cubicBezTo>
                  <a:cubicBezTo>
                    <a:pt x="10661" y="56227"/>
                    <a:pt x="10963" y="56123"/>
                    <a:pt x="11202" y="55912"/>
                  </a:cubicBezTo>
                  <a:lnTo>
                    <a:pt x="15198" y="52514"/>
                  </a:lnTo>
                  <a:cubicBezTo>
                    <a:pt x="17589" y="55094"/>
                    <a:pt x="20263" y="57202"/>
                    <a:pt x="23190" y="58870"/>
                  </a:cubicBezTo>
                  <a:lnTo>
                    <a:pt x="20798" y="63495"/>
                  </a:lnTo>
                  <a:cubicBezTo>
                    <a:pt x="20452" y="64155"/>
                    <a:pt x="20704" y="64942"/>
                    <a:pt x="21365" y="65288"/>
                  </a:cubicBezTo>
                  <a:cubicBezTo>
                    <a:pt x="21548" y="65374"/>
                    <a:pt x="21746" y="65417"/>
                    <a:pt x="21943" y="65417"/>
                  </a:cubicBezTo>
                  <a:cubicBezTo>
                    <a:pt x="22253" y="65417"/>
                    <a:pt x="22562" y="65311"/>
                    <a:pt x="22812" y="65099"/>
                  </a:cubicBezTo>
                  <a:cubicBezTo>
                    <a:pt x="22938" y="65005"/>
                    <a:pt x="23032" y="64879"/>
                    <a:pt x="23127" y="64722"/>
                  </a:cubicBezTo>
                  <a:lnTo>
                    <a:pt x="25518" y="60065"/>
                  </a:lnTo>
                  <a:cubicBezTo>
                    <a:pt x="28696" y="61544"/>
                    <a:pt x="32094" y="62488"/>
                    <a:pt x="35523" y="62897"/>
                  </a:cubicBezTo>
                  <a:lnTo>
                    <a:pt x="35114" y="68120"/>
                  </a:lnTo>
                  <a:cubicBezTo>
                    <a:pt x="35051" y="68844"/>
                    <a:pt x="35586" y="69473"/>
                    <a:pt x="36310" y="69536"/>
                  </a:cubicBezTo>
                  <a:cubicBezTo>
                    <a:pt x="36349" y="69539"/>
                    <a:pt x="36386" y="69541"/>
                    <a:pt x="36424" y="69541"/>
                  </a:cubicBezTo>
                  <a:cubicBezTo>
                    <a:pt x="36751" y="69541"/>
                    <a:pt x="37031" y="69419"/>
                    <a:pt x="37285" y="69221"/>
                  </a:cubicBezTo>
                  <a:cubicBezTo>
                    <a:pt x="37537" y="69001"/>
                    <a:pt x="37694" y="68718"/>
                    <a:pt x="37726" y="68340"/>
                  </a:cubicBezTo>
                  <a:lnTo>
                    <a:pt x="38135" y="63117"/>
                  </a:lnTo>
                  <a:cubicBezTo>
                    <a:pt x="38602" y="63136"/>
                    <a:pt x="39069" y="63146"/>
                    <a:pt x="39537" y="63146"/>
                  </a:cubicBezTo>
                  <a:cubicBezTo>
                    <a:pt x="42128" y="63146"/>
                    <a:pt x="44728" y="62849"/>
                    <a:pt x="47259" y="62236"/>
                  </a:cubicBezTo>
                  <a:lnTo>
                    <a:pt x="48927" y="67554"/>
                  </a:lnTo>
                  <a:cubicBezTo>
                    <a:pt x="49107" y="68118"/>
                    <a:pt x="49621" y="68494"/>
                    <a:pt x="50180" y="68494"/>
                  </a:cubicBezTo>
                  <a:cubicBezTo>
                    <a:pt x="50307" y="68494"/>
                    <a:pt x="50436" y="68475"/>
                    <a:pt x="50563" y="68435"/>
                  </a:cubicBezTo>
                  <a:cubicBezTo>
                    <a:pt x="50720" y="68372"/>
                    <a:pt x="50878" y="68277"/>
                    <a:pt x="51035" y="68183"/>
                  </a:cubicBezTo>
                  <a:cubicBezTo>
                    <a:pt x="51413" y="67837"/>
                    <a:pt x="51570" y="67302"/>
                    <a:pt x="51413" y="66798"/>
                  </a:cubicBezTo>
                  <a:lnTo>
                    <a:pt x="49777" y="61513"/>
                  </a:lnTo>
                  <a:cubicBezTo>
                    <a:pt x="53363" y="60348"/>
                    <a:pt x="56761" y="58523"/>
                    <a:pt x="59876" y="56101"/>
                  </a:cubicBezTo>
                  <a:lnTo>
                    <a:pt x="63274" y="60097"/>
                  </a:lnTo>
                  <a:cubicBezTo>
                    <a:pt x="63533" y="60389"/>
                    <a:pt x="63894" y="60540"/>
                    <a:pt x="64261" y="60540"/>
                  </a:cubicBezTo>
                  <a:cubicBezTo>
                    <a:pt x="64566" y="60540"/>
                    <a:pt x="64874" y="60436"/>
                    <a:pt x="65131" y="60222"/>
                  </a:cubicBezTo>
                  <a:lnTo>
                    <a:pt x="44459" y="35964"/>
                  </a:lnTo>
                  <a:cubicBezTo>
                    <a:pt x="44428" y="35995"/>
                    <a:pt x="44396" y="35995"/>
                    <a:pt x="44365" y="36027"/>
                  </a:cubicBezTo>
                  <a:cubicBezTo>
                    <a:pt x="42971" y="37223"/>
                    <a:pt x="41262" y="37809"/>
                    <a:pt x="39560" y="37809"/>
                  </a:cubicBezTo>
                  <a:cubicBezTo>
                    <a:pt x="37458" y="37809"/>
                    <a:pt x="35365" y="36916"/>
                    <a:pt x="33887" y="35177"/>
                  </a:cubicBezTo>
                  <a:cubicBezTo>
                    <a:pt x="31244" y="32062"/>
                    <a:pt x="31590" y="27374"/>
                    <a:pt x="34737" y="24700"/>
                  </a:cubicBezTo>
                  <a:cubicBezTo>
                    <a:pt x="34768" y="24668"/>
                    <a:pt x="34800" y="24668"/>
                    <a:pt x="34831" y="24637"/>
                  </a:cubicBezTo>
                  <a:lnTo>
                    <a:pt x="31905" y="21207"/>
                  </a:lnTo>
                  <a:cubicBezTo>
                    <a:pt x="31874" y="21239"/>
                    <a:pt x="31842" y="21239"/>
                    <a:pt x="31811" y="21270"/>
                  </a:cubicBezTo>
                  <a:cubicBezTo>
                    <a:pt x="30417" y="22467"/>
                    <a:pt x="28708" y="23052"/>
                    <a:pt x="27006" y="23052"/>
                  </a:cubicBezTo>
                  <a:cubicBezTo>
                    <a:pt x="24904" y="23052"/>
                    <a:pt x="22811" y="22159"/>
                    <a:pt x="21333" y="20421"/>
                  </a:cubicBezTo>
                  <a:cubicBezTo>
                    <a:pt x="18659" y="17306"/>
                    <a:pt x="19036" y="12618"/>
                    <a:pt x="22183" y="9943"/>
                  </a:cubicBezTo>
                  <a:cubicBezTo>
                    <a:pt x="22183" y="9912"/>
                    <a:pt x="22214" y="9912"/>
                    <a:pt x="22246" y="9880"/>
                  </a:cubicBezTo>
                  <a:lnTo>
                    <a:pt x="13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/>
          <p:nvPr/>
        </p:nvSpPr>
        <p:spPr>
          <a:xfrm>
            <a:off x="1523148" y="1709000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61" name="Google Shape;261;p33"/>
          <p:cNvSpPr/>
          <p:nvPr/>
        </p:nvSpPr>
        <p:spPr>
          <a:xfrm rot="10800000">
            <a:off x="5398348" y="1709000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62" name="Google Shape;262;p33"/>
          <p:cNvSpPr/>
          <p:nvPr/>
        </p:nvSpPr>
        <p:spPr>
          <a:xfrm>
            <a:off x="1023820" y="2591425"/>
            <a:ext cx="3221159" cy="1599856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4899020" y="2591425"/>
            <a:ext cx="3221159" cy="1599856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"/>
          <p:cNvSpPr txBox="1"/>
          <p:nvPr/>
        </p:nvSpPr>
        <p:spPr>
          <a:xfrm>
            <a:off x="8632225" y="4737775"/>
            <a:ext cx="46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#01</a:t>
            </a:r>
            <a:endParaRPr sz="12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5" name="Google Shape;265;p33"/>
          <p:cNvSpPr txBox="1"/>
          <p:nvPr>
            <p:ph idx="3" type="subTitle"/>
          </p:nvPr>
        </p:nvSpPr>
        <p:spPr>
          <a:xfrm>
            <a:off x="1180600" y="2698150"/>
            <a:ext cx="29076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ITV en el calendario del móvil, el manual de la caldera en un cajón y el garaje en la cabeza de alguien.</a:t>
            </a:r>
            <a:endParaRPr/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1723250" y="1699738"/>
            <a:ext cx="1822200" cy="4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HOY</a:t>
            </a:r>
            <a:endParaRPr/>
          </a:p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5599700" y="1710063"/>
            <a:ext cx="1819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 DRP</a:t>
            </a:r>
            <a:endParaRPr/>
          </a:p>
        </p:txBody>
      </p:sp>
      <p:sp>
        <p:nvSpPr>
          <p:cNvPr id="268" name="Google Shape;268;p33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SIN DRP Y CON DRP</a:t>
            </a:r>
            <a:endParaRPr/>
          </a:p>
        </p:txBody>
      </p:sp>
      <p:sp>
        <p:nvSpPr>
          <p:cNvPr id="269" name="Google Shape;269;p33"/>
          <p:cNvSpPr/>
          <p:nvPr/>
        </p:nvSpPr>
        <p:spPr>
          <a:xfrm>
            <a:off x="843629" y="2466975"/>
            <a:ext cx="3581541" cy="1724290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0" name="Google Shape;270;p33"/>
          <p:cNvSpPr txBox="1"/>
          <p:nvPr>
            <p:ph idx="4" type="subTitle"/>
          </p:nvPr>
        </p:nvSpPr>
        <p:spPr>
          <a:xfrm>
            <a:off x="5055800" y="2698150"/>
            <a:ext cx="29076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Todo dado de alta con su ubicación, su documentación y su responsable, y los avisos llegan solos.</a:t>
            </a: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4718829" y="2466975"/>
            <a:ext cx="3581541" cy="1724290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/>
          <p:nvPr/>
        </p:nvSpPr>
        <p:spPr>
          <a:xfrm>
            <a:off x="1877213" y="1343025"/>
            <a:ext cx="1389966" cy="65838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5" name="Google Shape;345;p35"/>
          <p:cNvSpPr/>
          <p:nvPr/>
        </p:nvSpPr>
        <p:spPr>
          <a:xfrm>
            <a:off x="1877100" y="3087300"/>
            <a:ext cx="1389966" cy="65580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6" name="Google Shape;346;p35"/>
          <p:cNvSpPr/>
          <p:nvPr/>
        </p:nvSpPr>
        <p:spPr>
          <a:xfrm>
            <a:off x="5864450" y="1369475"/>
            <a:ext cx="1390447" cy="65580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7" name="Google Shape;347;p35"/>
          <p:cNvSpPr/>
          <p:nvPr/>
        </p:nvSpPr>
        <p:spPr>
          <a:xfrm>
            <a:off x="5864688" y="3086010"/>
            <a:ext cx="1389966" cy="65838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8" name="Google Shape;348;p35"/>
          <p:cNvSpPr txBox="1"/>
          <p:nvPr>
            <p:ph type="title"/>
          </p:nvPr>
        </p:nvSpPr>
        <p:spPr>
          <a:xfrm>
            <a:off x="827800" y="1919021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PROVEEDORES</a:t>
            </a:r>
            <a:endParaRPr/>
          </a:p>
        </p:txBody>
      </p:sp>
      <p:sp>
        <p:nvSpPr>
          <p:cNvPr id="349" name="Google Shape;349;p35"/>
          <p:cNvSpPr txBox="1"/>
          <p:nvPr>
            <p:ph idx="1" type="subTitle"/>
          </p:nvPr>
        </p:nvSpPr>
        <p:spPr>
          <a:xfrm>
            <a:off x="1175247" y="2401391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Quién arregla, quién cobra, quién responde</a:t>
            </a:r>
            <a:endParaRPr/>
          </a:p>
        </p:txBody>
      </p:sp>
      <p:sp>
        <p:nvSpPr>
          <p:cNvPr id="350" name="Google Shape;350;p35"/>
          <p:cNvSpPr txBox="1"/>
          <p:nvPr>
            <p:ph idx="2" type="title"/>
          </p:nvPr>
        </p:nvSpPr>
        <p:spPr>
          <a:xfrm>
            <a:off x="4802760" y="1911347"/>
            <a:ext cx="35136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WAREHOUSE</a:t>
            </a:r>
            <a:endParaRPr/>
          </a:p>
        </p:txBody>
      </p:sp>
      <p:sp>
        <p:nvSpPr>
          <p:cNvPr id="351" name="Google Shape;351;p35"/>
          <p:cNvSpPr txBox="1"/>
          <p:nvPr>
            <p:ph idx="3" type="subTitle"/>
          </p:nvPr>
        </p:nvSpPr>
        <p:spPr>
          <a:xfrm>
            <a:off x="5162600" y="2386042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Despensa y garaje: stock, mínimos, caducidad</a:t>
            </a:r>
            <a:endParaRPr/>
          </a:p>
        </p:txBody>
      </p:sp>
      <p:sp>
        <p:nvSpPr>
          <p:cNvPr id="352" name="Google Shape;352;p35"/>
          <p:cNvSpPr txBox="1"/>
          <p:nvPr>
            <p:ph idx="8" type="title"/>
          </p:nvPr>
        </p:nvSpPr>
        <p:spPr>
          <a:xfrm>
            <a:off x="720000" y="410114"/>
            <a:ext cx="7704000" cy="55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LOS CUATRO ACTIVOS</a:t>
            </a:r>
            <a:endParaRPr/>
          </a:p>
        </p:txBody>
      </p:sp>
      <p:sp>
        <p:nvSpPr>
          <p:cNvPr id="353" name="Google Shape;353;p35"/>
          <p:cNvSpPr txBox="1"/>
          <p:nvPr>
            <p:ph idx="4" type="title"/>
          </p:nvPr>
        </p:nvSpPr>
        <p:spPr>
          <a:xfrm>
            <a:off x="827800" y="3647082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COMPRAS</a:t>
            </a:r>
            <a:endParaRPr/>
          </a:p>
        </p:txBody>
      </p:sp>
      <p:sp>
        <p:nvSpPr>
          <p:cNvPr id="354" name="Google Shape;354;p35"/>
          <p:cNvSpPr txBox="1"/>
          <p:nvPr>
            <p:ph idx="5" type="subTitle"/>
          </p:nvPr>
        </p:nvSpPr>
        <p:spPr>
          <a:xfrm>
            <a:off x="1175247" y="4125614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falta, qué reponer y qué está pedido</a:t>
            </a:r>
            <a:endParaRPr/>
          </a:p>
        </p:txBody>
      </p:sp>
      <p:sp>
        <p:nvSpPr>
          <p:cNvPr id="355" name="Google Shape;355;p35"/>
          <p:cNvSpPr txBox="1"/>
          <p:nvPr>
            <p:ph idx="6" type="title"/>
          </p:nvPr>
        </p:nvSpPr>
        <p:spPr>
          <a:xfrm>
            <a:off x="4815153" y="3647082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MANTENIMIENTO</a:t>
            </a:r>
            <a:endParaRPr/>
          </a:p>
        </p:txBody>
      </p:sp>
      <p:sp>
        <p:nvSpPr>
          <p:cNvPr id="356" name="Google Shape;356;p35"/>
          <p:cNvSpPr txBox="1"/>
          <p:nvPr>
            <p:ph idx="7" type="subTitle"/>
          </p:nvPr>
        </p:nvSpPr>
        <p:spPr>
          <a:xfrm>
            <a:off x="5162600" y="4125614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Revisiones recurrentes y su histórico</a:t>
            </a:r>
            <a:endParaRPr/>
          </a:p>
        </p:txBody>
      </p:sp>
      <p:grpSp>
        <p:nvGrpSpPr>
          <p:cNvPr id="357" name="Google Shape;357;p35"/>
          <p:cNvGrpSpPr/>
          <p:nvPr/>
        </p:nvGrpSpPr>
        <p:grpSpPr>
          <a:xfrm>
            <a:off x="6273593" y="1424800"/>
            <a:ext cx="571828" cy="494821"/>
            <a:chOff x="1337300" y="575700"/>
            <a:chExt cx="588300" cy="509075"/>
          </a:xfrm>
        </p:grpSpPr>
        <p:sp>
          <p:nvSpPr>
            <p:cNvPr id="358" name="Google Shape;358;p35"/>
            <p:cNvSpPr/>
            <p:nvPr/>
          </p:nvSpPr>
          <p:spPr>
            <a:xfrm>
              <a:off x="1337300" y="696500"/>
              <a:ext cx="588300" cy="388275"/>
            </a:xfrm>
            <a:custGeom>
              <a:rect b="b" l="l" r="r" t="t"/>
              <a:pathLst>
                <a:path extrusionOk="0" h="15531" w="23532">
                  <a:moveTo>
                    <a:pt x="11760" y="1386"/>
                  </a:moveTo>
                  <a:cubicBezTo>
                    <a:pt x="13663" y="1386"/>
                    <a:pt x="15209" y="2939"/>
                    <a:pt x="15205" y="4847"/>
                  </a:cubicBezTo>
                  <a:cubicBezTo>
                    <a:pt x="15201" y="6744"/>
                    <a:pt x="13661" y="8278"/>
                    <a:pt x="11766" y="8278"/>
                  </a:cubicBezTo>
                  <a:cubicBezTo>
                    <a:pt x="11761" y="8278"/>
                    <a:pt x="11755" y="8278"/>
                    <a:pt x="11750" y="8278"/>
                  </a:cubicBezTo>
                  <a:cubicBezTo>
                    <a:pt x="9833" y="8276"/>
                    <a:pt x="8302" y="6736"/>
                    <a:pt x="8306" y="4813"/>
                  </a:cubicBezTo>
                  <a:cubicBezTo>
                    <a:pt x="8311" y="2928"/>
                    <a:pt x="9855" y="1391"/>
                    <a:pt x="11748" y="1386"/>
                  </a:cubicBezTo>
                  <a:cubicBezTo>
                    <a:pt x="11752" y="1386"/>
                    <a:pt x="11756" y="1386"/>
                    <a:pt x="11760" y="1386"/>
                  </a:cubicBezTo>
                  <a:close/>
                  <a:moveTo>
                    <a:pt x="15866" y="2259"/>
                  </a:moveTo>
                  <a:cubicBezTo>
                    <a:pt x="15873" y="2259"/>
                    <a:pt x="15897" y="2272"/>
                    <a:pt x="15912" y="2277"/>
                  </a:cubicBezTo>
                  <a:cubicBezTo>
                    <a:pt x="16745" y="2586"/>
                    <a:pt x="17520" y="3014"/>
                    <a:pt x="18274" y="3485"/>
                  </a:cubicBezTo>
                  <a:cubicBezTo>
                    <a:pt x="19518" y="4261"/>
                    <a:pt x="20649" y="5182"/>
                    <a:pt x="21692" y="6225"/>
                  </a:cubicBezTo>
                  <a:cubicBezTo>
                    <a:pt x="20876" y="7081"/>
                    <a:pt x="19972" y="7850"/>
                    <a:pt x="18996" y="8520"/>
                  </a:cubicBezTo>
                  <a:cubicBezTo>
                    <a:pt x="18961" y="8540"/>
                    <a:pt x="18931" y="8561"/>
                    <a:pt x="18901" y="8585"/>
                  </a:cubicBezTo>
                  <a:cubicBezTo>
                    <a:pt x="18762" y="8709"/>
                    <a:pt x="18623" y="8770"/>
                    <a:pt x="18464" y="8770"/>
                  </a:cubicBezTo>
                  <a:cubicBezTo>
                    <a:pt x="18371" y="8770"/>
                    <a:pt x="18272" y="8749"/>
                    <a:pt x="18163" y="8709"/>
                  </a:cubicBezTo>
                  <a:cubicBezTo>
                    <a:pt x="17981" y="8642"/>
                    <a:pt x="17795" y="8611"/>
                    <a:pt x="17608" y="8611"/>
                  </a:cubicBezTo>
                  <a:cubicBezTo>
                    <a:pt x="17357" y="8611"/>
                    <a:pt x="17105" y="8667"/>
                    <a:pt x="16860" y="8767"/>
                  </a:cubicBezTo>
                  <a:cubicBezTo>
                    <a:pt x="16821" y="8784"/>
                    <a:pt x="16786" y="8793"/>
                    <a:pt x="16754" y="8793"/>
                  </a:cubicBezTo>
                  <a:cubicBezTo>
                    <a:pt x="16702" y="8793"/>
                    <a:pt x="16656" y="8769"/>
                    <a:pt x="16605" y="8715"/>
                  </a:cubicBezTo>
                  <a:cubicBezTo>
                    <a:pt x="16319" y="8418"/>
                    <a:pt x="16023" y="8129"/>
                    <a:pt x="15730" y="7837"/>
                  </a:cubicBezTo>
                  <a:cubicBezTo>
                    <a:pt x="15665" y="7773"/>
                    <a:pt x="15625" y="7730"/>
                    <a:pt x="15691" y="7630"/>
                  </a:cubicBezTo>
                  <a:cubicBezTo>
                    <a:pt x="16837" y="5903"/>
                    <a:pt x="16882" y="4134"/>
                    <a:pt x="15888" y="2327"/>
                  </a:cubicBezTo>
                  <a:cubicBezTo>
                    <a:pt x="15886" y="2318"/>
                    <a:pt x="15884" y="2312"/>
                    <a:pt x="15884" y="2303"/>
                  </a:cubicBezTo>
                  <a:cubicBezTo>
                    <a:pt x="15864" y="2294"/>
                    <a:pt x="15845" y="2282"/>
                    <a:pt x="15864" y="2260"/>
                  </a:cubicBezTo>
                  <a:cubicBezTo>
                    <a:pt x="15865" y="2260"/>
                    <a:pt x="15865" y="2259"/>
                    <a:pt x="15866" y="2259"/>
                  </a:cubicBezTo>
                  <a:close/>
                  <a:moveTo>
                    <a:pt x="7647" y="2259"/>
                  </a:moveTo>
                  <a:cubicBezTo>
                    <a:pt x="7648" y="2259"/>
                    <a:pt x="7649" y="2260"/>
                    <a:pt x="7649" y="2260"/>
                  </a:cubicBezTo>
                  <a:cubicBezTo>
                    <a:pt x="7664" y="2284"/>
                    <a:pt x="7647" y="2294"/>
                    <a:pt x="7625" y="2301"/>
                  </a:cubicBezTo>
                  <a:cubicBezTo>
                    <a:pt x="7342" y="2836"/>
                    <a:pt x="7115" y="3385"/>
                    <a:pt x="7000" y="3986"/>
                  </a:cubicBezTo>
                  <a:cubicBezTo>
                    <a:pt x="6522" y="6512"/>
                    <a:pt x="8233" y="9058"/>
                    <a:pt x="10759" y="9557"/>
                  </a:cubicBezTo>
                  <a:cubicBezTo>
                    <a:pt x="11109" y="9626"/>
                    <a:pt x="11453" y="9661"/>
                    <a:pt x="11790" y="9661"/>
                  </a:cubicBezTo>
                  <a:cubicBezTo>
                    <a:pt x="12750" y="9661"/>
                    <a:pt x="13655" y="9379"/>
                    <a:pt x="14498" y="8803"/>
                  </a:cubicBezTo>
                  <a:cubicBezTo>
                    <a:pt x="14554" y="8765"/>
                    <a:pt x="14597" y="8747"/>
                    <a:pt x="14636" y="8747"/>
                  </a:cubicBezTo>
                  <a:cubicBezTo>
                    <a:pt x="14684" y="8747"/>
                    <a:pt x="14727" y="8775"/>
                    <a:pt x="14781" y="8831"/>
                  </a:cubicBezTo>
                  <a:cubicBezTo>
                    <a:pt x="15051" y="9114"/>
                    <a:pt x="15329" y="9388"/>
                    <a:pt x="15610" y="9660"/>
                  </a:cubicBezTo>
                  <a:cubicBezTo>
                    <a:pt x="15702" y="9750"/>
                    <a:pt x="15704" y="9823"/>
                    <a:pt x="15685" y="9955"/>
                  </a:cubicBezTo>
                  <a:cubicBezTo>
                    <a:pt x="15635" y="10317"/>
                    <a:pt x="15380" y="10390"/>
                    <a:pt x="15098" y="10484"/>
                  </a:cubicBezTo>
                  <a:cubicBezTo>
                    <a:pt x="13980" y="10859"/>
                    <a:pt x="12875" y="11038"/>
                    <a:pt x="11783" y="11038"/>
                  </a:cubicBezTo>
                  <a:cubicBezTo>
                    <a:pt x="10186" y="11038"/>
                    <a:pt x="8615" y="10655"/>
                    <a:pt x="7066" y="9936"/>
                  </a:cubicBezTo>
                  <a:cubicBezTo>
                    <a:pt x="5143" y="9043"/>
                    <a:pt x="3462" y="7807"/>
                    <a:pt x="1954" y="6327"/>
                  </a:cubicBezTo>
                  <a:cubicBezTo>
                    <a:pt x="1877" y="6252"/>
                    <a:pt x="1845" y="6207"/>
                    <a:pt x="1941" y="6113"/>
                  </a:cubicBezTo>
                  <a:cubicBezTo>
                    <a:pt x="3569" y="4522"/>
                    <a:pt x="5385" y="3203"/>
                    <a:pt x="7492" y="2309"/>
                  </a:cubicBezTo>
                  <a:cubicBezTo>
                    <a:pt x="7529" y="2297"/>
                    <a:pt x="7565" y="2286"/>
                    <a:pt x="7602" y="2277"/>
                  </a:cubicBezTo>
                  <a:cubicBezTo>
                    <a:pt x="7617" y="2272"/>
                    <a:pt x="7640" y="2259"/>
                    <a:pt x="7647" y="2259"/>
                  </a:cubicBezTo>
                  <a:close/>
                  <a:moveTo>
                    <a:pt x="17673" y="10007"/>
                  </a:moveTo>
                  <a:cubicBezTo>
                    <a:pt x="17677" y="10007"/>
                    <a:pt x="17682" y="10007"/>
                    <a:pt x="17687" y="10007"/>
                  </a:cubicBezTo>
                  <a:cubicBezTo>
                    <a:pt x="17689" y="10007"/>
                    <a:pt x="17691" y="10007"/>
                    <a:pt x="17692" y="10007"/>
                  </a:cubicBezTo>
                  <a:cubicBezTo>
                    <a:pt x="17810" y="10007"/>
                    <a:pt x="17967" y="10075"/>
                    <a:pt x="18094" y="10202"/>
                  </a:cubicBezTo>
                  <a:cubicBezTo>
                    <a:pt x="18874" y="10979"/>
                    <a:pt x="19653" y="11761"/>
                    <a:pt x="20435" y="12534"/>
                  </a:cubicBezTo>
                  <a:cubicBezTo>
                    <a:pt x="20525" y="12624"/>
                    <a:pt x="20512" y="12673"/>
                    <a:pt x="20428" y="12755"/>
                  </a:cubicBezTo>
                  <a:cubicBezTo>
                    <a:pt x="20169" y="13003"/>
                    <a:pt x="19914" y="13256"/>
                    <a:pt x="19666" y="13517"/>
                  </a:cubicBezTo>
                  <a:cubicBezTo>
                    <a:pt x="19626" y="13559"/>
                    <a:pt x="19594" y="13579"/>
                    <a:pt x="19563" y="13579"/>
                  </a:cubicBezTo>
                  <a:cubicBezTo>
                    <a:pt x="19529" y="13579"/>
                    <a:pt x="19496" y="13556"/>
                    <a:pt x="19454" y="13513"/>
                  </a:cubicBezTo>
                  <a:cubicBezTo>
                    <a:pt x="18683" y="12735"/>
                    <a:pt x="17908" y="11966"/>
                    <a:pt x="17137" y="11189"/>
                  </a:cubicBezTo>
                  <a:cubicBezTo>
                    <a:pt x="16912" y="10962"/>
                    <a:pt x="16863" y="10681"/>
                    <a:pt x="16982" y="10412"/>
                  </a:cubicBezTo>
                  <a:cubicBezTo>
                    <a:pt x="17097" y="10158"/>
                    <a:pt x="17329" y="10007"/>
                    <a:pt x="17673" y="10007"/>
                  </a:cubicBezTo>
                  <a:close/>
                  <a:moveTo>
                    <a:pt x="11755" y="0"/>
                  </a:moveTo>
                  <a:cubicBezTo>
                    <a:pt x="10702" y="0"/>
                    <a:pt x="9644" y="153"/>
                    <a:pt x="8580" y="468"/>
                  </a:cubicBezTo>
                  <a:cubicBezTo>
                    <a:pt x="5186" y="1474"/>
                    <a:pt x="2434" y="3466"/>
                    <a:pt x="97" y="6079"/>
                  </a:cubicBezTo>
                  <a:cubicBezTo>
                    <a:pt x="1" y="6186"/>
                    <a:pt x="7" y="6246"/>
                    <a:pt x="101" y="6353"/>
                  </a:cubicBezTo>
                  <a:cubicBezTo>
                    <a:pt x="1950" y="8460"/>
                    <a:pt x="4132" y="10127"/>
                    <a:pt x="6691" y="11277"/>
                  </a:cubicBezTo>
                  <a:cubicBezTo>
                    <a:pt x="8356" y="12024"/>
                    <a:pt x="10046" y="12421"/>
                    <a:pt x="11763" y="12421"/>
                  </a:cubicBezTo>
                  <a:cubicBezTo>
                    <a:pt x="12938" y="12421"/>
                    <a:pt x="14125" y="12235"/>
                    <a:pt x="15325" y="11849"/>
                  </a:cubicBezTo>
                  <a:cubicBezTo>
                    <a:pt x="15459" y="11806"/>
                    <a:pt x="15581" y="11770"/>
                    <a:pt x="15690" y="11770"/>
                  </a:cubicBezTo>
                  <a:cubicBezTo>
                    <a:pt x="15840" y="11770"/>
                    <a:pt x="15964" y="11838"/>
                    <a:pt x="16057" y="12052"/>
                  </a:cubicBezTo>
                  <a:cubicBezTo>
                    <a:pt x="16066" y="12065"/>
                    <a:pt x="16074" y="12078"/>
                    <a:pt x="16087" y="12086"/>
                  </a:cubicBezTo>
                  <a:cubicBezTo>
                    <a:pt x="17216" y="13213"/>
                    <a:pt x="18342" y="14342"/>
                    <a:pt x="19467" y="15472"/>
                  </a:cubicBezTo>
                  <a:cubicBezTo>
                    <a:pt x="19506" y="15512"/>
                    <a:pt x="19536" y="15530"/>
                    <a:pt x="19565" y="15530"/>
                  </a:cubicBezTo>
                  <a:cubicBezTo>
                    <a:pt x="19596" y="15530"/>
                    <a:pt x="19627" y="15508"/>
                    <a:pt x="19666" y="15470"/>
                  </a:cubicBezTo>
                  <a:cubicBezTo>
                    <a:pt x="20572" y="14558"/>
                    <a:pt x="21482" y="13648"/>
                    <a:pt x="22397" y="12740"/>
                  </a:cubicBezTo>
                  <a:cubicBezTo>
                    <a:pt x="22478" y="12658"/>
                    <a:pt x="22470" y="12613"/>
                    <a:pt x="22392" y="12540"/>
                  </a:cubicBezTo>
                  <a:cubicBezTo>
                    <a:pt x="22108" y="12262"/>
                    <a:pt x="21827" y="11977"/>
                    <a:pt x="21546" y="11697"/>
                  </a:cubicBezTo>
                  <a:cubicBezTo>
                    <a:pt x="20906" y="11056"/>
                    <a:pt x="20266" y="10418"/>
                    <a:pt x="19619" y="9771"/>
                  </a:cubicBezTo>
                  <a:cubicBezTo>
                    <a:pt x="19668" y="9737"/>
                    <a:pt x="19702" y="9711"/>
                    <a:pt x="19739" y="9686"/>
                  </a:cubicBezTo>
                  <a:cubicBezTo>
                    <a:pt x="21125" y="8724"/>
                    <a:pt x="22392" y="7634"/>
                    <a:pt x="23446" y="6308"/>
                  </a:cubicBezTo>
                  <a:cubicBezTo>
                    <a:pt x="23466" y="6283"/>
                    <a:pt x="23480" y="6245"/>
                    <a:pt x="23518" y="6245"/>
                  </a:cubicBezTo>
                  <a:cubicBezTo>
                    <a:pt x="23522" y="6245"/>
                    <a:pt x="23526" y="6245"/>
                    <a:pt x="23530" y="6246"/>
                  </a:cubicBezTo>
                  <a:lnTo>
                    <a:pt x="23532" y="6154"/>
                  </a:lnTo>
                  <a:cubicBezTo>
                    <a:pt x="23416" y="6115"/>
                    <a:pt x="23369" y="6002"/>
                    <a:pt x="23294" y="5920"/>
                  </a:cubicBezTo>
                  <a:cubicBezTo>
                    <a:pt x="21238" y="3663"/>
                    <a:pt x="18839" y="1892"/>
                    <a:pt x="15967" y="804"/>
                  </a:cubicBezTo>
                  <a:cubicBezTo>
                    <a:pt x="14577" y="277"/>
                    <a:pt x="13172" y="0"/>
                    <a:pt x="11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1361500" y="648150"/>
              <a:ext cx="66525" cy="75375"/>
            </a:xfrm>
            <a:custGeom>
              <a:rect b="b" l="l" r="r" t="t"/>
              <a:pathLst>
                <a:path extrusionOk="0" h="3015" w="2661">
                  <a:moveTo>
                    <a:pt x="1164" y="1"/>
                  </a:moveTo>
                  <a:cubicBezTo>
                    <a:pt x="1147" y="11"/>
                    <a:pt x="1125" y="20"/>
                    <a:pt x="1106" y="33"/>
                  </a:cubicBezTo>
                  <a:cubicBezTo>
                    <a:pt x="772" y="247"/>
                    <a:pt x="438" y="463"/>
                    <a:pt x="99" y="673"/>
                  </a:cubicBezTo>
                  <a:cubicBezTo>
                    <a:pt x="1" y="733"/>
                    <a:pt x="59" y="782"/>
                    <a:pt x="95" y="836"/>
                  </a:cubicBezTo>
                  <a:cubicBezTo>
                    <a:pt x="538" y="1532"/>
                    <a:pt x="984" y="2226"/>
                    <a:pt x="1425" y="2924"/>
                  </a:cubicBezTo>
                  <a:cubicBezTo>
                    <a:pt x="1462" y="2984"/>
                    <a:pt x="1493" y="3015"/>
                    <a:pt x="1534" y="3015"/>
                  </a:cubicBezTo>
                  <a:cubicBezTo>
                    <a:pt x="1562" y="3015"/>
                    <a:pt x="1594" y="3001"/>
                    <a:pt x="1635" y="2973"/>
                  </a:cubicBezTo>
                  <a:cubicBezTo>
                    <a:pt x="1935" y="2772"/>
                    <a:pt x="2237" y="2577"/>
                    <a:pt x="2543" y="2391"/>
                  </a:cubicBezTo>
                  <a:cubicBezTo>
                    <a:pt x="2646" y="2329"/>
                    <a:pt x="2661" y="2282"/>
                    <a:pt x="2594" y="2179"/>
                  </a:cubicBezTo>
                  <a:cubicBezTo>
                    <a:pt x="2145" y="1487"/>
                    <a:pt x="1703" y="791"/>
                    <a:pt x="1258" y="95"/>
                  </a:cubicBezTo>
                  <a:cubicBezTo>
                    <a:pt x="1234" y="59"/>
                    <a:pt x="1226" y="5"/>
                    <a:pt x="1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1834250" y="647825"/>
              <a:ext cx="66025" cy="75600"/>
            </a:xfrm>
            <a:custGeom>
              <a:rect b="b" l="l" r="r" t="t"/>
              <a:pathLst>
                <a:path extrusionOk="0" h="3024" w="2641">
                  <a:moveTo>
                    <a:pt x="1484" y="1"/>
                  </a:moveTo>
                  <a:cubicBezTo>
                    <a:pt x="1461" y="29"/>
                    <a:pt x="1437" y="57"/>
                    <a:pt x="1418" y="87"/>
                  </a:cubicBezTo>
                  <a:cubicBezTo>
                    <a:pt x="964" y="795"/>
                    <a:pt x="514" y="1504"/>
                    <a:pt x="58" y="2211"/>
                  </a:cubicBezTo>
                  <a:cubicBezTo>
                    <a:pt x="0" y="2303"/>
                    <a:pt x="26" y="2340"/>
                    <a:pt x="105" y="2389"/>
                  </a:cubicBezTo>
                  <a:cubicBezTo>
                    <a:pt x="416" y="2582"/>
                    <a:pt x="728" y="2777"/>
                    <a:pt x="1032" y="2982"/>
                  </a:cubicBezTo>
                  <a:cubicBezTo>
                    <a:pt x="1072" y="3010"/>
                    <a:pt x="1104" y="3024"/>
                    <a:pt x="1131" y="3024"/>
                  </a:cubicBezTo>
                  <a:cubicBezTo>
                    <a:pt x="1172" y="3024"/>
                    <a:pt x="1204" y="2992"/>
                    <a:pt x="1240" y="2933"/>
                  </a:cubicBezTo>
                  <a:cubicBezTo>
                    <a:pt x="1677" y="2241"/>
                    <a:pt x="2116" y="1551"/>
                    <a:pt x="2559" y="864"/>
                  </a:cubicBezTo>
                  <a:cubicBezTo>
                    <a:pt x="2617" y="774"/>
                    <a:pt x="2641" y="720"/>
                    <a:pt x="2525" y="652"/>
                  </a:cubicBezTo>
                  <a:cubicBezTo>
                    <a:pt x="2212" y="463"/>
                    <a:pt x="1906" y="260"/>
                    <a:pt x="1596" y="63"/>
                  </a:cubicBezTo>
                  <a:cubicBezTo>
                    <a:pt x="1566" y="42"/>
                    <a:pt x="1529" y="27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5"/>
            <p:cNvSpPr/>
            <p:nvPr/>
          </p:nvSpPr>
          <p:spPr>
            <a:xfrm>
              <a:off x="1728275" y="594250"/>
              <a:ext cx="55075" cy="75525"/>
            </a:xfrm>
            <a:custGeom>
              <a:rect b="b" l="l" r="r" t="t"/>
              <a:pathLst>
                <a:path extrusionOk="0" h="3021" w="2203">
                  <a:moveTo>
                    <a:pt x="946" y="0"/>
                  </a:moveTo>
                  <a:cubicBezTo>
                    <a:pt x="901" y="0"/>
                    <a:pt x="878" y="31"/>
                    <a:pt x="855" y="96"/>
                  </a:cubicBezTo>
                  <a:cubicBezTo>
                    <a:pt x="590" y="893"/>
                    <a:pt x="318" y="1688"/>
                    <a:pt x="48" y="2482"/>
                  </a:cubicBezTo>
                  <a:cubicBezTo>
                    <a:pt x="33" y="2532"/>
                    <a:pt x="1" y="2585"/>
                    <a:pt x="80" y="2611"/>
                  </a:cubicBezTo>
                  <a:cubicBezTo>
                    <a:pt x="472" y="2744"/>
                    <a:pt x="862" y="2876"/>
                    <a:pt x="1279" y="3018"/>
                  </a:cubicBezTo>
                  <a:cubicBezTo>
                    <a:pt x="1286" y="3019"/>
                    <a:pt x="1291" y="3020"/>
                    <a:pt x="1296" y="3020"/>
                  </a:cubicBezTo>
                  <a:cubicBezTo>
                    <a:pt x="1344" y="3020"/>
                    <a:pt x="1345" y="2954"/>
                    <a:pt x="1363" y="2904"/>
                  </a:cubicBezTo>
                  <a:cubicBezTo>
                    <a:pt x="1630" y="2116"/>
                    <a:pt x="1894" y="1328"/>
                    <a:pt x="2166" y="542"/>
                  </a:cubicBezTo>
                  <a:cubicBezTo>
                    <a:pt x="2202" y="439"/>
                    <a:pt x="2172" y="407"/>
                    <a:pt x="2082" y="377"/>
                  </a:cubicBezTo>
                  <a:cubicBezTo>
                    <a:pt x="1727" y="261"/>
                    <a:pt x="1371" y="143"/>
                    <a:pt x="1020" y="17"/>
                  </a:cubicBezTo>
                  <a:cubicBezTo>
                    <a:pt x="990" y="6"/>
                    <a:pt x="966" y="0"/>
                    <a:pt x="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1478600" y="593900"/>
              <a:ext cx="55175" cy="75475"/>
            </a:xfrm>
            <a:custGeom>
              <a:rect b="b" l="l" r="r" t="t"/>
              <a:pathLst>
                <a:path extrusionOk="0" h="3019" w="2207">
                  <a:moveTo>
                    <a:pt x="1298" y="1"/>
                  </a:moveTo>
                  <a:cubicBezTo>
                    <a:pt x="1292" y="1"/>
                    <a:pt x="1286" y="2"/>
                    <a:pt x="1279" y="3"/>
                  </a:cubicBezTo>
                  <a:cubicBezTo>
                    <a:pt x="866" y="143"/>
                    <a:pt x="476" y="277"/>
                    <a:pt x="84" y="410"/>
                  </a:cubicBezTo>
                  <a:cubicBezTo>
                    <a:pt x="1" y="438"/>
                    <a:pt x="41" y="492"/>
                    <a:pt x="56" y="539"/>
                  </a:cubicBezTo>
                  <a:cubicBezTo>
                    <a:pt x="326" y="1333"/>
                    <a:pt x="596" y="2130"/>
                    <a:pt x="862" y="2927"/>
                  </a:cubicBezTo>
                  <a:cubicBezTo>
                    <a:pt x="884" y="2991"/>
                    <a:pt x="909" y="3018"/>
                    <a:pt x="952" y="3018"/>
                  </a:cubicBezTo>
                  <a:cubicBezTo>
                    <a:pt x="972" y="3018"/>
                    <a:pt x="997" y="3013"/>
                    <a:pt x="1027" y="3002"/>
                  </a:cubicBezTo>
                  <a:cubicBezTo>
                    <a:pt x="1378" y="2873"/>
                    <a:pt x="1733" y="2755"/>
                    <a:pt x="2089" y="2640"/>
                  </a:cubicBezTo>
                  <a:cubicBezTo>
                    <a:pt x="2183" y="2610"/>
                    <a:pt x="2207" y="2576"/>
                    <a:pt x="2172" y="2477"/>
                  </a:cubicBezTo>
                  <a:cubicBezTo>
                    <a:pt x="1903" y="1691"/>
                    <a:pt x="1637" y="903"/>
                    <a:pt x="1369" y="115"/>
                  </a:cubicBezTo>
                  <a:cubicBezTo>
                    <a:pt x="1352" y="63"/>
                    <a:pt x="1347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613800" y="575700"/>
              <a:ext cx="34725" cy="69175"/>
            </a:xfrm>
            <a:custGeom>
              <a:rect b="b" l="l" r="r" t="t"/>
              <a:pathLst>
                <a:path extrusionOk="0" h="2767" w="1389">
                  <a:moveTo>
                    <a:pt x="148" y="1"/>
                  </a:moveTo>
                  <a:cubicBezTo>
                    <a:pt x="33" y="1"/>
                    <a:pt x="1" y="40"/>
                    <a:pt x="3" y="157"/>
                  </a:cubicBezTo>
                  <a:cubicBezTo>
                    <a:pt x="9" y="562"/>
                    <a:pt x="7" y="967"/>
                    <a:pt x="7" y="1374"/>
                  </a:cubicBezTo>
                  <a:cubicBezTo>
                    <a:pt x="7" y="1787"/>
                    <a:pt x="9" y="2201"/>
                    <a:pt x="3" y="2612"/>
                  </a:cubicBezTo>
                  <a:cubicBezTo>
                    <a:pt x="1" y="2728"/>
                    <a:pt x="31" y="2766"/>
                    <a:pt x="145" y="2766"/>
                  </a:cubicBezTo>
                  <a:cubicBezTo>
                    <a:pt x="148" y="2766"/>
                    <a:pt x="151" y="2766"/>
                    <a:pt x="155" y="2766"/>
                  </a:cubicBezTo>
                  <a:cubicBezTo>
                    <a:pt x="335" y="2763"/>
                    <a:pt x="515" y="2761"/>
                    <a:pt x="694" y="2761"/>
                  </a:cubicBezTo>
                  <a:cubicBezTo>
                    <a:pt x="874" y="2761"/>
                    <a:pt x="1054" y="2763"/>
                    <a:pt x="1234" y="2766"/>
                  </a:cubicBezTo>
                  <a:cubicBezTo>
                    <a:pt x="1238" y="2766"/>
                    <a:pt x="1242" y="2766"/>
                    <a:pt x="1245" y="2766"/>
                  </a:cubicBezTo>
                  <a:cubicBezTo>
                    <a:pt x="1354" y="2766"/>
                    <a:pt x="1388" y="2734"/>
                    <a:pt x="1388" y="2616"/>
                  </a:cubicBezTo>
                  <a:cubicBezTo>
                    <a:pt x="1384" y="1796"/>
                    <a:pt x="1384" y="978"/>
                    <a:pt x="1388" y="159"/>
                  </a:cubicBezTo>
                  <a:cubicBezTo>
                    <a:pt x="1388" y="46"/>
                    <a:pt x="1364" y="1"/>
                    <a:pt x="1245" y="1"/>
                  </a:cubicBezTo>
                  <a:cubicBezTo>
                    <a:pt x="1242" y="1"/>
                    <a:pt x="1239" y="1"/>
                    <a:pt x="1236" y="1"/>
                  </a:cubicBezTo>
                  <a:cubicBezTo>
                    <a:pt x="1056" y="5"/>
                    <a:pt x="877" y="7"/>
                    <a:pt x="697" y="7"/>
                  </a:cubicBezTo>
                  <a:cubicBezTo>
                    <a:pt x="517" y="7"/>
                    <a:pt x="337" y="5"/>
                    <a:pt x="157" y="1"/>
                  </a:cubicBezTo>
                  <a:cubicBezTo>
                    <a:pt x="154" y="1"/>
                    <a:pt x="151" y="1"/>
                    <a:pt x="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527325" y="752975"/>
              <a:ext cx="1575" cy="1050"/>
            </a:xfrm>
            <a:custGeom>
              <a:rect b="b" l="l" r="r" t="t"/>
              <a:pathLst>
                <a:path extrusionOk="0" h="42" w="63">
                  <a:moveTo>
                    <a:pt x="46" y="0"/>
                  </a:moveTo>
                  <a:cubicBezTo>
                    <a:pt x="39" y="0"/>
                    <a:pt x="16" y="13"/>
                    <a:pt x="1" y="18"/>
                  </a:cubicBezTo>
                  <a:lnTo>
                    <a:pt x="24" y="42"/>
                  </a:lnTo>
                  <a:cubicBezTo>
                    <a:pt x="46" y="35"/>
                    <a:pt x="63" y="25"/>
                    <a:pt x="48" y="1"/>
                  </a:cubicBezTo>
                  <a:cubicBezTo>
                    <a:pt x="48" y="1"/>
                    <a:pt x="47" y="0"/>
                    <a:pt x="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1733425" y="752975"/>
              <a:ext cx="1625" cy="1125"/>
            </a:xfrm>
            <a:custGeom>
              <a:rect b="b" l="l" r="r" t="t"/>
              <a:pathLst>
                <a:path extrusionOk="0" h="45" w="65">
                  <a:moveTo>
                    <a:pt x="20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0" y="23"/>
                    <a:pt x="17" y="35"/>
                    <a:pt x="39" y="44"/>
                  </a:cubicBezTo>
                  <a:lnTo>
                    <a:pt x="64" y="16"/>
                  </a:lnTo>
                  <a:cubicBezTo>
                    <a:pt x="49" y="12"/>
                    <a:pt x="28" y="0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1579325" y="765575"/>
              <a:ext cx="103625" cy="103425"/>
            </a:xfrm>
            <a:custGeom>
              <a:rect b="b" l="l" r="r" t="t"/>
              <a:pathLst>
                <a:path extrusionOk="0" h="4137" w="4145">
                  <a:moveTo>
                    <a:pt x="2076" y="1380"/>
                  </a:moveTo>
                  <a:cubicBezTo>
                    <a:pt x="2448" y="1380"/>
                    <a:pt x="2772" y="1708"/>
                    <a:pt x="2765" y="2084"/>
                  </a:cubicBezTo>
                  <a:cubicBezTo>
                    <a:pt x="2757" y="2459"/>
                    <a:pt x="2451" y="2757"/>
                    <a:pt x="2077" y="2757"/>
                  </a:cubicBezTo>
                  <a:cubicBezTo>
                    <a:pt x="2075" y="2757"/>
                    <a:pt x="2072" y="2757"/>
                    <a:pt x="2069" y="2757"/>
                  </a:cubicBezTo>
                  <a:cubicBezTo>
                    <a:pt x="1690" y="2755"/>
                    <a:pt x="1386" y="2448"/>
                    <a:pt x="1384" y="2072"/>
                  </a:cubicBezTo>
                  <a:cubicBezTo>
                    <a:pt x="1390" y="1695"/>
                    <a:pt x="1692" y="1390"/>
                    <a:pt x="2069" y="1380"/>
                  </a:cubicBezTo>
                  <a:cubicBezTo>
                    <a:pt x="2072" y="1380"/>
                    <a:pt x="2074" y="1380"/>
                    <a:pt x="2076" y="1380"/>
                  </a:cubicBezTo>
                  <a:close/>
                  <a:moveTo>
                    <a:pt x="2079" y="0"/>
                  </a:moveTo>
                  <a:cubicBezTo>
                    <a:pt x="2075" y="0"/>
                    <a:pt x="2071" y="0"/>
                    <a:pt x="2067" y="1"/>
                  </a:cubicBezTo>
                  <a:cubicBezTo>
                    <a:pt x="934" y="7"/>
                    <a:pt x="9" y="934"/>
                    <a:pt x="7" y="2063"/>
                  </a:cubicBezTo>
                  <a:cubicBezTo>
                    <a:pt x="0" y="3207"/>
                    <a:pt x="928" y="4136"/>
                    <a:pt x="2071" y="4136"/>
                  </a:cubicBezTo>
                  <a:cubicBezTo>
                    <a:pt x="2074" y="4136"/>
                    <a:pt x="2077" y="4136"/>
                    <a:pt x="2079" y="4136"/>
                  </a:cubicBezTo>
                  <a:cubicBezTo>
                    <a:pt x="3219" y="4136"/>
                    <a:pt x="4145" y="3213"/>
                    <a:pt x="4145" y="2072"/>
                  </a:cubicBezTo>
                  <a:cubicBezTo>
                    <a:pt x="4142" y="936"/>
                    <a:pt x="3206" y="0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35"/>
          <p:cNvGrpSpPr/>
          <p:nvPr/>
        </p:nvGrpSpPr>
        <p:grpSpPr>
          <a:xfrm>
            <a:off x="2266661" y="1396989"/>
            <a:ext cx="610853" cy="550444"/>
            <a:chOff x="5629450" y="569025"/>
            <a:chExt cx="628450" cy="566300"/>
          </a:xfrm>
        </p:grpSpPr>
        <p:sp>
          <p:nvSpPr>
            <p:cNvPr id="368" name="Google Shape;368;p35"/>
            <p:cNvSpPr/>
            <p:nvPr/>
          </p:nvSpPr>
          <p:spPr>
            <a:xfrm>
              <a:off x="5629450" y="758250"/>
              <a:ext cx="628450" cy="377075"/>
            </a:xfrm>
            <a:custGeom>
              <a:rect b="b" l="l" r="r" t="t"/>
              <a:pathLst>
                <a:path extrusionOk="0" h="15083" w="25138">
                  <a:moveTo>
                    <a:pt x="3303" y="7359"/>
                  </a:moveTo>
                  <a:cubicBezTo>
                    <a:pt x="3305" y="7359"/>
                    <a:pt x="3308" y="7359"/>
                    <a:pt x="3311" y="7359"/>
                  </a:cubicBezTo>
                  <a:cubicBezTo>
                    <a:pt x="3712" y="7366"/>
                    <a:pt x="4114" y="7369"/>
                    <a:pt x="4515" y="7369"/>
                  </a:cubicBezTo>
                  <a:cubicBezTo>
                    <a:pt x="4955" y="7369"/>
                    <a:pt x="5395" y="7366"/>
                    <a:pt x="5834" y="7361"/>
                  </a:cubicBezTo>
                  <a:cubicBezTo>
                    <a:pt x="5838" y="7361"/>
                    <a:pt x="5842" y="7361"/>
                    <a:pt x="5846" y="7361"/>
                  </a:cubicBezTo>
                  <a:cubicBezTo>
                    <a:pt x="5997" y="7361"/>
                    <a:pt x="6040" y="7404"/>
                    <a:pt x="6040" y="7563"/>
                  </a:cubicBezTo>
                  <a:cubicBezTo>
                    <a:pt x="6033" y="9507"/>
                    <a:pt x="6033" y="11452"/>
                    <a:pt x="6040" y="13397"/>
                  </a:cubicBezTo>
                  <a:cubicBezTo>
                    <a:pt x="6040" y="13570"/>
                    <a:pt x="5985" y="13609"/>
                    <a:pt x="5830" y="13609"/>
                  </a:cubicBezTo>
                  <a:cubicBezTo>
                    <a:pt x="5826" y="13609"/>
                    <a:pt x="5822" y="13609"/>
                    <a:pt x="5817" y="13609"/>
                  </a:cubicBezTo>
                  <a:cubicBezTo>
                    <a:pt x="5396" y="13604"/>
                    <a:pt x="4975" y="13602"/>
                    <a:pt x="4555" y="13602"/>
                  </a:cubicBezTo>
                  <a:cubicBezTo>
                    <a:pt x="4134" y="13602"/>
                    <a:pt x="3714" y="13604"/>
                    <a:pt x="3294" y="13609"/>
                  </a:cubicBezTo>
                  <a:cubicBezTo>
                    <a:pt x="3291" y="13609"/>
                    <a:pt x="3287" y="13609"/>
                    <a:pt x="3283" y="13609"/>
                  </a:cubicBezTo>
                  <a:cubicBezTo>
                    <a:pt x="3121" y="13609"/>
                    <a:pt x="3076" y="13560"/>
                    <a:pt x="3076" y="13392"/>
                  </a:cubicBezTo>
                  <a:cubicBezTo>
                    <a:pt x="3084" y="12420"/>
                    <a:pt x="3080" y="11448"/>
                    <a:pt x="3080" y="10475"/>
                  </a:cubicBezTo>
                  <a:cubicBezTo>
                    <a:pt x="3080" y="9520"/>
                    <a:pt x="3084" y="8563"/>
                    <a:pt x="3078" y="7607"/>
                  </a:cubicBezTo>
                  <a:cubicBezTo>
                    <a:pt x="3076" y="7432"/>
                    <a:pt x="3103" y="7359"/>
                    <a:pt x="3303" y="7359"/>
                  </a:cubicBezTo>
                  <a:close/>
                  <a:moveTo>
                    <a:pt x="21877" y="1474"/>
                  </a:moveTo>
                  <a:cubicBezTo>
                    <a:pt x="22042" y="1474"/>
                    <a:pt x="22081" y="1526"/>
                    <a:pt x="22081" y="1692"/>
                  </a:cubicBezTo>
                  <a:cubicBezTo>
                    <a:pt x="22075" y="3645"/>
                    <a:pt x="22077" y="5599"/>
                    <a:pt x="22077" y="7552"/>
                  </a:cubicBezTo>
                  <a:cubicBezTo>
                    <a:pt x="22077" y="9488"/>
                    <a:pt x="22075" y="11426"/>
                    <a:pt x="22081" y="13360"/>
                  </a:cubicBezTo>
                  <a:cubicBezTo>
                    <a:pt x="22081" y="13540"/>
                    <a:pt x="22052" y="13611"/>
                    <a:pt x="21855" y="13611"/>
                  </a:cubicBezTo>
                  <a:cubicBezTo>
                    <a:pt x="21852" y="13611"/>
                    <a:pt x="21849" y="13611"/>
                    <a:pt x="21846" y="13611"/>
                  </a:cubicBezTo>
                  <a:cubicBezTo>
                    <a:pt x="21429" y="13603"/>
                    <a:pt x="21013" y="13601"/>
                    <a:pt x="20596" y="13601"/>
                  </a:cubicBezTo>
                  <a:cubicBezTo>
                    <a:pt x="20179" y="13601"/>
                    <a:pt x="19762" y="13603"/>
                    <a:pt x="19344" y="13606"/>
                  </a:cubicBezTo>
                  <a:cubicBezTo>
                    <a:pt x="19338" y="13607"/>
                    <a:pt x="19331" y="13607"/>
                    <a:pt x="19324" y="13607"/>
                  </a:cubicBezTo>
                  <a:cubicBezTo>
                    <a:pt x="19182" y="13607"/>
                    <a:pt x="19119" y="13581"/>
                    <a:pt x="19119" y="13401"/>
                  </a:cubicBezTo>
                  <a:cubicBezTo>
                    <a:pt x="19124" y="9494"/>
                    <a:pt x="19124" y="5588"/>
                    <a:pt x="19119" y="1681"/>
                  </a:cubicBezTo>
                  <a:cubicBezTo>
                    <a:pt x="19119" y="1534"/>
                    <a:pt x="19146" y="1474"/>
                    <a:pt x="19310" y="1474"/>
                  </a:cubicBezTo>
                  <a:cubicBezTo>
                    <a:pt x="19313" y="1474"/>
                    <a:pt x="19316" y="1474"/>
                    <a:pt x="19319" y="1474"/>
                  </a:cubicBezTo>
                  <a:cubicBezTo>
                    <a:pt x="19743" y="1479"/>
                    <a:pt x="20167" y="1482"/>
                    <a:pt x="20592" y="1482"/>
                  </a:cubicBezTo>
                  <a:cubicBezTo>
                    <a:pt x="21017" y="1482"/>
                    <a:pt x="21442" y="1479"/>
                    <a:pt x="21867" y="1474"/>
                  </a:cubicBezTo>
                  <a:cubicBezTo>
                    <a:pt x="21871" y="1474"/>
                    <a:pt x="21874" y="1474"/>
                    <a:pt x="21877" y="1474"/>
                  </a:cubicBezTo>
                  <a:close/>
                  <a:moveTo>
                    <a:pt x="11292" y="4418"/>
                  </a:moveTo>
                  <a:cubicBezTo>
                    <a:pt x="11297" y="4418"/>
                    <a:pt x="11303" y="4418"/>
                    <a:pt x="11309" y="4418"/>
                  </a:cubicBezTo>
                  <a:cubicBezTo>
                    <a:pt x="11733" y="4423"/>
                    <a:pt x="12157" y="4425"/>
                    <a:pt x="12582" y="4425"/>
                  </a:cubicBezTo>
                  <a:cubicBezTo>
                    <a:pt x="13007" y="4425"/>
                    <a:pt x="13432" y="4423"/>
                    <a:pt x="13857" y="4418"/>
                  </a:cubicBezTo>
                  <a:cubicBezTo>
                    <a:pt x="13861" y="4418"/>
                    <a:pt x="13864" y="4418"/>
                    <a:pt x="13867" y="4418"/>
                  </a:cubicBezTo>
                  <a:cubicBezTo>
                    <a:pt x="14024" y="4418"/>
                    <a:pt x="14056" y="4469"/>
                    <a:pt x="14056" y="4622"/>
                  </a:cubicBezTo>
                  <a:cubicBezTo>
                    <a:pt x="14050" y="6091"/>
                    <a:pt x="14052" y="7563"/>
                    <a:pt x="14052" y="9034"/>
                  </a:cubicBezTo>
                  <a:cubicBezTo>
                    <a:pt x="14052" y="10473"/>
                    <a:pt x="14046" y="11912"/>
                    <a:pt x="14059" y="13352"/>
                  </a:cubicBezTo>
                  <a:cubicBezTo>
                    <a:pt x="14061" y="13571"/>
                    <a:pt x="13998" y="13611"/>
                    <a:pt x="13805" y="13611"/>
                  </a:cubicBezTo>
                  <a:cubicBezTo>
                    <a:pt x="13799" y="13611"/>
                    <a:pt x="13794" y="13611"/>
                    <a:pt x="13789" y="13611"/>
                  </a:cubicBezTo>
                  <a:cubicBezTo>
                    <a:pt x="13376" y="13605"/>
                    <a:pt x="12964" y="13603"/>
                    <a:pt x="12551" y="13603"/>
                  </a:cubicBezTo>
                  <a:cubicBezTo>
                    <a:pt x="12138" y="13603"/>
                    <a:pt x="11725" y="13605"/>
                    <a:pt x="11313" y="13611"/>
                  </a:cubicBezTo>
                  <a:cubicBezTo>
                    <a:pt x="11309" y="13611"/>
                    <a:pt x="11306" y="13611"/>
                    <a:pt x="11303" y="13611"/>
                  </a:cubicBezTo>
                  <a:cubicBezTo>
                    <a:pt x="11136" y="13611"/>
                    <a:pt x="11103" y="13558"/>
                    <a:pt x="11103" y="13392"/>
                  </a:cubicBezTo>
                  <a:cubicBezTo>
                    <a:pt x="11107" y="10475"/>
                    <a:pt x="11107" y="7556"/>
                    <a:pt x="11103" y="4639"/>
                  </a:cubicBezTo>
                  <a:cubicBezTo>
                    <a:pt x="11101" y="4483"/>
                    <a:pt x="11123" y="4418"/>
                    <a:pt x="11292" y="4418"/>
                  </a:cubicBezTo>
                  <a:close/>
                  <a:moveTo>
                    <a:pt x="17914" y="0"/>
                  </a:moveTo>
                  <a:cubicBezTo>
                    <a:pt x="17706" y="0"/>
                    <a:pt x="17646" y="54"/>
                    <a:pt x="17646" y="276"/>
                  </a:cubicBezTo>
                  <a:cubicBezTo>
                    <a:pt x="17648" y="4635"/>
                    <a:pt x="17650" y="8993"/>
                    <a:pt x="17657" y="13349"/>
                  </a:cubicBezTo>
                  <a:cubicBezTo>
                    <a:pt x="17657" y="13536"/>
                    <a:pt x="17627" y="13609"/>
                    <a:pt x="17436" y="13609"/>
                  </a:cubicBezTo>
                  <a:cubicBezTo>
                    <a:pt x="17428" y="13609"/>
                    <a:pt x="17419" y="13609"/>
                    <a:pt x="17410" y="13609"/>
                  </a:cubicBezTo>
                  <a:cubicBezTo>
                    <a:pt x="17136" y="13600"/>
                    <a:pt x="16862" y="13596"/>
                    <a:pt x="16588" y="13596"/>
                  </a:cubicBezTo>
                  <a:cubicBezTo>
                    <a:pt x="16314" y="13596"/>
                    <a:pt x="16041" y="13600"/>
                    <a:pt x="15768" y="13609"/>
                  </a:cubicBezTo>
                  <a:cubicBezTo>
                    <a:pt x="15759" y="13609"/>
                    <a:pt x="15750" y="13609"/>
                    <a:pt x="15742" y="13609"/>
                  </a:cubicBezTo>
                  <a:cubicBezTo>
                    <a:pt x="15549" y="13609"/>
                    <a:pt x="15521" y="13536"/>
                    <a:pt x="15521" y="13349"/>
                  </a:cubicBezTo>
                  <a:cubicBezTo>
                    <a:pt x="15528" y="9957"/>
                    <a:pt x="15524" y="6564"/>
                    <a:pt x="15530" y="3172"/>
                  </a:cubicBezTo>
                  <a:cubicBezTo>
                    <a:pt x="15530" y="2990"/>
                    <a:pt x="15491" y="2943"/>
                    <a:pt x="15305" y="2943"/>
                  </a:cubicBezTo>
                  <a:cubicBezTo>
                    <a:pt x="14407" y="2948"/>
                    <a:pt x="13508" y="2951"/>
                    <a:pt x="12608" y="2951"/>
                  </a:cubicBezTo>
                  <a:cubicBezTo>
                    <a:pt x="11709" y="2951"/>
                    <a:pt x="10810" y="2948"/>
                    <a:pt x="9910" y="2943"/>
                  </a:cubicBezTo>
                  <a:cubicBezTo>
                    <a:pt x="9696" y="2943"/>
                    <a:pt x="9629" y="2984"/>
                    <a:pt x="9629" y="3215"/>
                  </a:cubicBezTo>
                  <a:cubicBezTo>
                    <a:pt x="9638" y="6599"/>
                    <a:pt x="9634" y="9985"/>
                    <a:pt x="9640" y="13369"/>
                  </a:cubicBezTo>
                  <a:cubicBezTo>
                    <a:pt x="9640" y="13553"/>
                    <a:pt x="9594" y="13607"/>
                    <a:pt x="9428" y="13607"/>
                  </a:cubicBezTo>
                  <a:cubicBezTo>
                    <a:pt x="9419" y="13607"/>
                    <a:pt x="9409" y="13607"/>
                    <a:pt x="9398" y="13606"/>
                  </a:cubicBezTo>
                  <a:cubicBezTo>
                    <a:pt x="9115" y="13600"/>
                    <a:pt x="8831" y="13596"/>
                    <a:pt x="8546" y="13596"/>
                  </a:cubicBezTo>
                  <a:cubicBezTo>
                    <a:pt x="8283" y="13596"/>
                    <a:pt x="8019" y="13599"/>
                    <a:pt x="7755" y="13606"/>
                  </a:cubicBezTo>
                  <a:cubicBezTo>
                    <a:pt x="7745" y="13607"/>
                    <a:pt x="7735" y="13607"/>
                    <a:pt x="7726" y="13607"/>
                  </a:cubicBezTo>
                  <a:cubicBezTo>
                    <a:pt x="7547" y="13607"/>
                    <a:pt x="7503" y="13547"/>
                    <a:pt x="7503" y="13354"/>
                  </a:cubicBezTo>
                  <a:cubicBezTo>
                    <a:pt x="7511" y="10951"/>
                    <a:pt x="7507" y="8548"/>
                    <a:pt x="7513" y="6143"/>
                  </a:cubicBezTo>
                  <a:cubicBezTo>
                    <a:pt x="7513" y="5943"/>
                    <a:pt x="7473" y="5886"/>
                    <a:pt x="7263" y="5886"/>
                  </a:cubicBezTo>
                  <a:cubicBezTo>
                    <a:pt x="6372" y="5892"/>
                    <a:pt x="5481" y="5895"/>
                    <a:pt x="4590" y="5895"/>
                  </a:cubicBezTo>
                  <a:cubicBezTo>
                    <a:pt x="3699" y="5895"/>
                    <a:pt x="2808" y="5892"/>
                    <a:pt x="1917" y="5886"/>
                  </a:cubicBezTo>
                  <a:cubicBezTo>
                    <a:pt x="1913" y="5886"/>
                    <a:pt x="1910" y="5886"/>
                    <a:pt x="1906" y="5886"/>
                  </a:cubicBezTo>
                  <a:cubicBezTo>
                    <a:pt x="1652" y="5886"/>
                    <a:pt x="1604" y="5962"/>
                    <a:pt x="1604" y="6207"/>
                  </a:cubicBezTo>
                  <a:cubicBezTo>
                    <a:pt x="1615" y="8593"/>
                    <a:pt x="1607" y="10981"/>
                    <a:pt x="1615" y="13369"/>
                  </a:cubicBezTo>
                  <a:cubicBezTo>
                    <a:pt x="1615" y="13549"/>
                    <a:pt x="1572" y="13609"/>
                    <a:pt x="1409" y="13609"/>
                  </a:cubicBezTo>
                  <a:cubicBezTo>
                    <a:pt x="1397" y="13609"/>
                    <a:pt x="1385" y="13609"/>
                    <a:pt x="1373" y="13609"/>
                  </a:cubicBezTo>
                  <a:cubicBezTo>
                    <a:pt x="1238" y="13603"/>
                    <a:pt x="1104" y="13602"/>
                    <a:pt x="969" y="13602"/>
                  </a:cubicBezTo>
                  <a:cubicBezTo>
                    <a:pt x="818" y="13602"/>
                    <a:pt x="666" y="13604"/>
                    <a:pt x="515" y="13604"/>
                  </a:cubicBezTo>
                  <a:cubicBezTo>
                    <a:pt x="408" y="13604"/>
                    <a:pt x="302" y="13603"/>
                    <a:pt x="195" y="13600"/>
                  </a:cubicBezTo>
                  <a:cubicBezTo>
                    <a:pt x="191" y="13600"/>
                    <a:pt x="188" y="13600"/>
                    <a:pt x="184" y="13600"/>
                  </a:cubicBezTo>
                  <a:cubicBezTo>
                    <a:pt x="56" y="13600"/>
                    <a:pt x="11" y="13638"/>
                    <a:pt x="15" y="13776"/>
                  </a:cubicBezTo>
                  <a:cubicBezTo>
                    <a:pt x="26" y="14118"/>
                    <a:pt x="35" y="14463"/>
                    <a:pt x="13" y="14806"/>
                  </a:cubicBezTo>
                  <a:cubicBezTo>
                    <a:pt x="0" y="15031"/>
                    <a:pt x="71" y="15082"/>
                    <a:pt x="292" y="15082"/>
                  </a:cubicBezTo>
                  <a:cubicBezTo>
                    <a:pt x="8492" y="15078"/>
                    <a:pt x="16693" y="15076"/>
                    <a:pt x="24894" y="15076"/>
                  </a:cubicBezTo>
                  <a:cubicBezTo>
                    <a:pt x="24975" y="15076"/>
                    <a:pt x="25056" y="15069"/>
                    <a:pt x="25138" y="15067"/>
                  </a:cubicBezTo>
                  <a:lnTo>
                    <a:pt x="25138" y="13596"/>
                  </a:lnTo>
                  <a:cubicBezTo>
                    <a:pt x="25094" y="13596"/>
                    <a:pt x="25050" y="13596"/>
                    <a:pt x="25006" y="13596"/>
                  </a:cubicBezTo>
                  <a:cubicBezTo>
                    <a:pt x="24847" y="13596"/>
                    <a:pt x="24687" y="13595"/>
                    <a:pt x="24528" y="13595"/>
                  </a:cubicBezTo>
                  <a:cubicBezTo>
                    <a:pt x="24298" y="13595"/>
                    <a:pt x="24069" y="13597"/>
                    <a:pt x="23840" y="13609"/>
                  </a:cubicBezTo>
                  <a:cubicBezTo>
                    <a:pt x="23822" y="13609"/>
                    <a:pt x="23805" y="13610"/>
                    <a:pt x="23789" y="13610"/>
                  </a:cubicBezTo>
                  <a:cubicBezTo>
                    <a:pt x="23602" y="13610"/>
                    <a:pt x="23544" y="13548"/>
                    <a:pt x="23544" y="13324"/>
                  </a:cubicBezTo>
                  <a:cubicBezTo>
                    <a:pt x="23555" y="8974"/>
                    <a:pt x="23549" y="4624"/>
                    <a:pt x="23557" y="274"/>
                  </a:cubicBezTo>
                  <a:cubicBezTo>
                    <a:pt x="23557" y="43"/>
                    <a:pt x="23491" y="0"/>
                    <a:pt x="23274" y="0"/>
                  </a:cubicBezTo>
                  <a:cubicBezTo>
                    <a:pt x="22383" y="4"/>
                    <a:pt x="21493" y="7"/>
                    <a:pt x="20601" y="7"/>
                  </a:cubicBezTo>
                  <a:cubicBezTo>
                    <a:pt x="19710" y="7"/>
                    <a:pt x="18819" y="4"/>
                    <a:pt x="17927" y="0"/>
                  </a:cubicBezTo>
                  <a:cubicBezTo>
                    <a:pt x="17922" y="0"/>
                    <a:pt x="17918" y="0"/>
                    <a:pt x="17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5"/>
            <p:cNvSpPr/>
            <p:nvPr/>
          </p:nvSpPr>
          <p:spPr>
            <a:xfrm>
              <a:off x="5704675" y="569025"/>
              <a:ext cx="487050" cy="266050"/>
            </a:xfrm>
            <a:custGeom>
              <a:rect b="b" l="l" r="r" t="t"/>
              <a:pathLst>
                <a:path extrusionOk="0" h="10642" w="19482">
                  <a:moveTo>
                    <a:pt x="15383" y="1"/>
                  </a:moveTo>
                  <a:cubicBezTo>
                    <a:pt x="15313" y="1"/>
                    <a:pt x="15295" y="58"/>
                    <a:pt x="15269" y="131"/>
                  </a:cubicBezTo>
                  <a:cubicBezTo>
                    <a:pt x="15147" y="469"/>
                    <a:pt x="15037" y="810"/>
                    <a:pt x="14898" y="1140"/>
                  </a:cubicBezTo>
                  <a:cubicBezTo>
                    <a:pt x="14821" y="1326"/>
                    <a:pt x="14873" y="1386"/>
                    <a:pt x="15048" y="1444"/>
                  </a:cubicBezTo>
                  <a:cubicBezTo>
                    <a:pt x="15562" y="1617"/>
                    <a:pt x="16070" y="1810"/>
                    <a:pt x="16610" y="2007"/>
                  </a:cubicBezTo>
                  <a:cubicBezTo>
                    <a:pt x="16509" y="2056"/>
                    <a:pt x="16436" y="2095"/>
                    <a:pt x="16363" y="2127"/>
                  </a:cubicBezTo>
                  <a:lnTo>
                    <a:pt x="5565" y="6890"/>
                  </a:lnTo>
                  <a:cubicBezTo>
                    <a:pt x="3791" y="7678"/>
                    <a:pt x="2018" y="8458"/>
                    <a:pt x="240" y="9235"/>
                  </a:cubicBezTo>
                  <a:cubicBezTo>
                    <a:pt x="69" y="9310"/>
                    <a:pt x="0" y="9368"/>
                    <a:pt x="101" y="9561"/>
                  </a:cubicBezTo>
                  <a:cubicBezTo>
                    <a:pt x="251" y="9859"/>
                    <a:pt x="386" y="10165"/>
                    <a:pt x="504" y="10478"/>
                  </a:cubicBezTo>
                  <a:cubicBezTo>
                    <a:pt x="548" y="10590"/>
                    <a:pt x="593" y="10641"/>
                    <a:pt x="668" y="10641"/>
                  </a:cubicBezTo>
                  <a:cubicBezTo>
                    <a:pt x="709" y="10641"/>
                    <a:pt x="758" y="10626"/>
                    <a:pt x="821" y="10597"/>
                  </a:cubicBezTo>
                  <a:cubicBezTo>
                    <a:pt x="5455" y="8548"/>
                    <a:pt x="10090" y="6500"/>
                    <a:pt x="14725" y="4457"/>
                  </a:cubicBezTo>
                  <a:cubicBezTo>
                    <a:pt x="15536" y="4100"/>
                    <a:pt x="16352" y="3750"/>
                    <a:pt x="17166" y="3399"/>
                  </a:cubicBezTo>
                  <a:lnTo>
                    <a:pt x="17209" y="3376"/>
                  </a:lnTo>
                  <a:lnTo>
                    <a:pt x="17203" y="3431"/>
                  </a:lnTo>
                  <a:cubicBezTo>
                    <a:pt x="17014" y="3954"/>
                    <a:pt x="16832" y="4476"/>
                    <a:pt x="16635" y="4995"/>
                  </a:cubicBezTo>
                  <a:cubicBezTo>
                    <a:pt x="16584" y="5134"/>
                    <a:pt x="16612" y="5183"/>
                    <a:pt x="16751" y="5230"/>
                  </a:cubicBezTo>
                  <a:cubicBezTo>
                    <a:pt x="17106" y="5350"/>
                    <a:pt x="17458" y="5481"/>
                    <a:pt x="17807" y="5618"/>
                  </a:cubicBezTo>
                  <a:cubicBezTo>
                    <a:pt x="17847" y="5634"/>
                    <a:pt x="17880" y="5643"/>
                    <a:pt x="17907" y="5643"/>
                  </a:cubicBezTo>
                  <a:cubicBezTo>
                    <a:pt x="17955" y="5643"/>
                    <a:pt x="17987" y="5613"/>
                    <a:pt x="18017" y="5528"/>
                  </a:cubicBezTo>
                  <a:cubicBezTo>
                    <a:pt x="18486" y="4226"/>
                    <a:pt x="18959" y="2926"/>
                    <a:pt x="19439" y="1626"/>
                  </a:cubicBezTo>
                  <a:cubicBezTo>
                    <a:pt x="19482" y="1510"/>
                    <a:pt x="19454" y="1478"/>
                    <a:pt x="19347" y="1437"/>
                  </a:cubicBezTo>
                  <a:cubicBezTo>
                    <a:pt x="18051" y="970"/>
                    <a:pt x="16757" y="499"/>
                    <a:pt x="15468" y="20"/>
                  </a:cubicBezTo>
                  <a:cubicBezTo>
                    <a:pt x="15433" y="7"/>
                    <a:pt x="15406" y="1"/>
                    <a:pt x="15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5"/>
            <p:cNvSpPr/>
            <p:nvPr/>
          </p:nvSpPr>
          <p:spPr>
            <a:xfrm>
              <a:off x="6133825" y="653400"/>
              <a:ext cx="1100" cy="1425"/>
            </a:xfrm>
            <a:custGeom>
              <a:rect b="b" l="l" r="r" t="t"/>
              <a:pathLst>
                <a:path extrusionOk="0" h="57" w="44">
                  <a:moveTo>
                    <a:pt x="43" y="1"/>
                  </a:moveTo>
                  <a:lnTo>
                    <a:pt x="0" y="24"/>
                  </a:lnTo>
                  <a:cubicBezTo>
                    <a:pt x="11" y="35"/>
                    <a:pt x="24" y="46"/>
                    <a:pt x="37" y="56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35"/>
          <p:cNvGrpSpPr/>
          <p:nvPr/>
        </p:nvGrpSpPr>
        <p:grpSpPr>
          <a:xfrm>
            <a:off x="2285923" y="3130376"/>
            <a:ext cx="572362" cy="572192"/>
            <a:chOff x="4547175" y="1522250"/>
            <a:chExt cx="588850" cy="588675"/>
          </a:xfrm>
        </p:grpSpPr>
        <p:sp>
          <p:nvSpPr>
            <p:cNvPr id="372" name="Google Shape;372;p35"/>
            <p:cNvSpPr/>
            <p:nvPr/>
          </p:nvSpPr>
          <p:spPr>
            <a:xfrm>
              <a:off x="4547175" y="1954825"/>
              <a:ext cx="588850" cy="156100"/>
            </a:xfrm>
            <a:custGeom>
              <a:rect b="b" l="l" r="r" t="t"/>
              <a:pathLst>
                <a:path extrusionOk="0" h="6244" w="23554">
                  <a:moveTo>
                    <a:pt x="3494" y="1380"/>
                  </a:moveTo>
                  <a:cubicBezTo>
                    <a:pt x="9015" y="1384"/>
                    <a:pt x="14538" y="1384"/>
                    <a:pt x="20062" y="1384"/>
                  </a:cubicBezTo>
                  <a:cubicBezTo>
                    <a:pt x="20066" y="1384"/>
                    <a:pt x="20069" y="1384"/>
                    <a:pt x="20073" y="1384"/>
                  </a:cubicBezTo>
                  <a:cubicBezTo>
                    <a:pt x="20192" y="1384"/>
                    <a:pt x="20287" y="1386"/>
                    <a:pt x="20360" y="1523"/>
                  </a:cubicBezTo>
                  <a:cubicBezTo>
                    <a:pt x="20932" y="2605"/>
                    <a:pt x="21514" y="3680"/>
                    <a:pt x="22092" y="4757"/>
                  </a:cubicBezTo>
                  <a:cubicBezTo>
                    <a:pt x="22105" y="4781"/>
                    <a:pt x="22114" y="4808"/>
                    <a:pt x="22133" y="4849"/>
                  </a:cubicBezTo>
                  <a:lnTo>
                    <a:pt x="1444" y="4849"/>
                  </a:lnTo>
                  <a:cubicBezTo>
                    <a:pt x="1435" y="4768"/>
                    <a:pt x="1489" y="4716"/>
                    <a:pt x="1521" y="4659"/>
                  </a:cubicBezTo>
                  <a:cubicBezTo>
                    <a:pt x="2074" y="3628"/>
                    <a:pt x="2630" y="2600"/>
                    <a:pt x="3177" y="1568"/>
                  </a:cubicBezTo>
                  <a:cubicBezTo>
                    <a:pt x="3252" y="1425"/>
                    <a:pt x="3335" y="1380"/>
                    <a:pt x="3494" y="1380"/>
                  </a:cubicBezTo>
                  <a:close/>
                  <a:moveTo>
                    <a:pt x="2680" y="0"/>
                  </a:moveTo>
                  <a:cubicBezTo>
                    <a:pt x="2513" y="0"/>
                    <a:pt x="2427" y="47"/>
                    <a:pt x="2346" y="197"/>
                  </a:cubicBezTo>
                  <a:cubicBezTo>
                    <a:pt x="1613" y="1572"/>
                    <a:pt x="876" y="2945"/>
                    <a:pt x="135" y="4316"/>
                  </a:cubicBezTo>
                  <a:cubicBezTo>
                    <a:pt x="101" y="4378"/>
                    <a:pt x="90" y="4461"/>
                    <a:pt x="9" y="4491"/>
                  </a:cubicBezTo>
                  <a:cubicBezTo>
                    <a:pt x="9" y="5005"/>
                    <a:pt x="18" y="5520"/>
                    <a:pt x="5" y="6031"/>
                  </a:cubicBezTo>
                  <a:cubicBezTo>
                    <a:pt x="0" y="6205"/>
                    <a:pt x="43" y="6243"/>
                    <a:pt x="217" y="6243"/>
                  </a:cubicBezTo>
                  <a:cubicBezTo>
                    <a:pt x="7993" y="6241"/>
                    <a:pt x="15772" y="6239"/>
                    <a:pt x="23551" y="6239"/>
                  </a:cubicBezTo>
                  <a:cubicBezTo>
                    <a:pt x="23551" y="5740"/>
                    <a:pt x="23547" y="5243"/>
                    <a:pt x="23553" y="4744"/>
                  </a:cubicBezTo>
                  <a:cubicBezTo>
                    <a:pt x="23553" y="4616"/>
                    <a:pt x="23521" y="4489"/>
                    <a:pt x="23457" y="4376"/>
                  </a:cubicBezTo>
                  <a:cubicBezTo>
                    <a:pt x="22703" y="2986"/>
                    <a:pt x="21955" y="1592"/>
                    <a:pt x="21212" y="197"/>
                  </a:cubicBezTo>
                  <a:cubicBezTo>
                    <a:pt x="21133" y="45"/>
                    <a:pt x="21045" y="0"/>
                    <a:pt x="20878" y="0"/>
                  </a:cubicBezTo>
                  <a:cubicBezTo>
                    <a:pt x="17845" y="2"/>
                    <a:pt x="14812" y="4"/>
                    <a:pt x="11779" y="4"/>
                  </a:cubicBezTo>
                  <a:cubicBezTo>
                    <a:pt x="8746" y="4"/>
                    <a:pt x="5712" y="2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4627800" y="1760950"/>
              <a:ext cx="427725" cy="159250"/>
            </a:xfrm>
            <a:custGeom>
              <a:rect b="b" l="l" r="r" t="t"/>
              <a:pathLst>
                <a:path extrusionOk="0" h="6370" w="17109">
                  <a:moveTo>
                    <a:pt x="4424" y="1379"/>
                  </a:moveTo>
                  <a:cubicBezTo>
                    <a:pt x="7180" y="1382"/>
                    <a:pt x="9938" y="1384"/>
                    <a:pt x="12697" y="1384"/>
                  </a:cubicBezTo>
                  <a:cubicBezTo>
                    <a:pt x="12718" y="1384"/>
                    <a:pt x="12739" y="1383"/>
                    <a:pt x="12760" y="1383"/>
                  </a:cubicBezTo>
                  <a:cubicBezTo>
                    <a:pt x="12831" y="1383"/>
                    <a:pt x="12895" y="1393"/>
                    <a:pt x="12945" y="1486"/>
                  </a:cubicBezTo>
                  <a:cubicBezTo>
                    <a:pt x="13562" y="2647"/>
                    <a:pt x="14186" y="3802"/>
                    <a:pt x="14819" y="4982"/>
                  </a:cubicBezTo>
                  <a:lnTo>
                    <a:pt x="2314" y="4982"/>
                  </a:lnTo>
                  <a:cubicBezTo>
                    <a:pt x="2312" y="4896"/>
                    <a:pt x="2367" y="4838"/>
                    <a:pt x="2404" y="4774"/>
                  </a:cubicBezTo>
                  <a:cubicBezTo>
                    <a:pt x="2978" y="3703"/>
                    <a:pt x="3556" y="2634"/>
                    <a:pt x="4126" y="1561"/>
                  </a:cubicBezTo>
                  <a:cubicBezTo>
                    <a:pt x="4196" y="1427"/>
                    <a:pt x="4269" y="1379"/>
                    <a:pt x="4424" y="1379"/>
                  </a:cubicBezTo>
                  <a:close/>
                  <a:moveTo>
                    <a:pt x="3614" y="0"/>
                  </a:moveTo>
                  <a:cubicBezTo>
                    <a:pt x="3454" y="0"/>
                    <a:pt x="3370" y="48"/>
                    <a:pt x="3291" y="197"/>
                  </a:cubicBezTo>
                  <a:cubicBezTo>
                    <a:pt x="2226" y="2183"/>
                    <a:pt x="1160" y="4168"/>
                    <a:pt x="93" y="6155"/>
                  </a:cubicBezTo>
                  <a:cubicBezTo>
                    <a:pt x="59" y="6220"/>
                    <a:pt x="1" y="6275"/>
                    <a:pt x="9" y="6370"/>
                  </a:cubicBezTo>
                  <a:lnTo>
                    <a:pt x="17098" y="6370"/>
                  </a:lnTo>
                  <a:cubicBezTo>
                    <a:pt x="17109" y="6275"/>
                    <a:pt x="17049" y="6220"/>
                    <a:pt x="17015" y="6155"/>
                  </a:cubicBezTo>
                  <a:cubicBezTo>
                    <a:pt x="15946" y="4172"/>
                    <a:pt x="14879" y="2185"/>
                    <a:pt x="13817" y="197"/>
                  </a:cubicBezTo>
                  <a:cubicBezTo>
                    <a:pt x="13738" y="45"/>
                    <a:pt x="13650" y="0"/>
                    <a:pt x="13483" y="0"/>
                  </a:cubicBezTo>
                  <a:cubicBezTo>
                    <a:pt x="11840" y="2"/>
                    <a:pt x="10198" y="3"/>
                    <a:pt x="8555" y="3"/>
                  </a:cubicBezTo>
                  <a:cubicBezTo>
                    <a:pt x="6912" y="3"/>
                    <a:pt x="5268" y="2"/>
                    <a:pt x="3625" y="0"/>
                  </a:cubicBezTo>
                  <a:cubicBezTo>
                    <a:pt x="3621" y="0"/>
                    <a:pt x="3618" y="0"/>
                    <a:pt x="36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4731575" y="1522250"/>
              <a:ext cx="220400" cy="204400"/>
            </a:xfrm>
            <a:custGeom>
              <a:rect b="b" l="l" r="r" t="t"/>
              <a:pathLst>
                <a:path extrusionOk="0" h="8176" w="8816">
                  <a:moveTo>
                    <a:pt x="4404" y="2877"/>
                  </a:moveTo>
                  <a:lnTo>
                    <a:pt x="6053" y="5941"/>
                  </a:lnTo>
                  <a:cubicBezTo>
                    <a:pt x="6179" y="6175"/>
                    <a:pt x="6301" y="6413"/>
                    <a:pt x="6432" y="6646"/>
                  </a:cubicBezTo>
                  <a:cubicBezTo>
                    <a:pt x="6486" y="6745"/>
                    <a:pt x="6496" y="6792"/>
                    <a:pt x="6355" y="6792"/>
                  </a:cubicBezTo>
                  <a:lnTo>
                    <a:pt x="2451" y="6792"/>
                  </a:lnTo>
                  <a:cubicBezTo>
                    <a:pt x="2350" y="6792"/>
                    <a:pt x="2303" y="6781"/>
                    <a:pt x="2365" y="6668"/>
                  </a:cubicBezTo>
                  <a:cubicBezTo>
                    <a:pt x="3037" y="5419"/>
                    <a:pt x="3710" y="4168"/>
                    <a:pt x="4404" y="2877"/>
                  </a:cubicBezTo>
                  <a:close/>
                  <a:moveTo>
                    <a:pt x="4406" y="0"/>
                  </a:moveTo>
                  <a:cubicBezTo>
                    <a:pt x="4363" y="73"/>
                    <a:pt x="4335" y="118"/>
                    <a:pt x="4312" y="163"/>
                  </a:cubicBezTo>
                  <a:cubicBezTo>
                    <a:pt x="2909" y="2767"/>
                    <a:pt x="1502" y="5370"/>
                    <a:pt x="95" y="7970"/>
                  </a:cubicBezTo>
                  <a:cubicBezTo>
                    <a:pt x="1" y="8143"/>
                    <a:pt x="22" y="8175"/>
                    <a:pt x="219" y="8175"/>
                  </a:cubicBezTo>
                  <a:cubicBezTo>
                    <a:pt x="3001" y="8173"/>
                    <a:pt x="5783" y="8171"/>
                    <a:pt x="8563" y="8171"/>
                  </a:cubicBezTo>
                  <a:cubicBezTo>
                    <a:pt x="8816" y="8171"/>
                    <a:pt x="8816" y="8171"/>
                    <a:pt x="8698" y="7950"/>
                  </a:cubicBezTo>
                  <a:cubicBezTo>
                    <a:pt x="7479" y="5691"/>
                    <a:pt x="6261" y="3429"/>
                    <a:pt x="5040" y="1170"/>
                  </a:cubicBezTo>
                  <a:cubicBezTo>
                    <a:pt x="4837" y="791"/>
                    <a:pt x="4629" y="409"/>
                    <a:pt x="4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5"/>
          <p:cNvGrpSpPr/>
          <p:nvPr/>
        </p:nvGrpSpPr>
        <p:grpSpPr>
          <a:xfrm>
            <a:off x="6272737" y="3130303"/>
            <a:ext cx="573407" cy="572338"/>
            <a:chOff x="5660925" y="2554900"/>
            <a:chExt cx="589925" cy="588825"/>
          </a:xfrm>
        </p:grpSpPr>
        <p:sp>
          <p:nvSpPr>
            <p:cNvPr id="376" name="Google Shape;376;p35"/>
            <p:cNvSpPr/>
            <p:nvPr/>
          </p:nvSpPr>
          <p:spPr>
            <a:xfrm>
              <a:off x="5775125" y="2554900"/>
              <a:ext cx="475725" cy="474925"/>
            </a:xfrm>
            <a:custGeom>
              <a:rect b="b" l="l" r="r" t="t"/>
              <a:pathLst>
                <a:path extrusionOk="0" h="18997" w="19029">
                  <a:moveTo>
                    <a:pt x="15652" y="1395"/>
                  </a:moveTo>
                  <a:cubicBezTo>
                    <a:pt x="16222" y="1395"/>
                    <a:pt x="16792" y="1436"/>
                    <a:pt x="17357" y="1520"/>
                  </a:cubicBezTo>
                  <a:cubicBezTo>
                    <a:pt x="17458" y="1533"/>
                    <a:pt x="17499" y="1565"/>
                    <a:pt x="17514" y="1670"/>
                  </a:cubicBezTo>
                  <a:cubicBezTo>
                    <a:pt x="17687" y="2848"/>
                    <a:pt x="17681" y="4047"/>
                    <a:pt x="17490" y="5223"/>
                  </a:cubicBezTo>
                  <a:lnTo>
                    <a:pt x="13826" y="1552"/>
                  </a:lnTo>
                  <a:cubicBezTo>
                    <a:pt x="14072" y="1475"/>
                    <a:pt x="14344" y="1465"/>
                    <a:pt x="14612" y="1441"/>
                  </a:cubicBezTo>
                  <a:cubicBezTo>
                    <a:pt x="14958" y="1410"/>
                    <a:pt x="15305" y="1395"/>
                    <a:pt x="15652" y="1395"/>
                  </a:cubicBezTo>
                  <a:close/>
                  <a:moveTo>
                    <a:pt x="3547" y="3704"/>
                  </a:moveTo>
                  <a:cubicBezTo>
                    <a:pt x="3567" y="3704"/>
                    <a:pt x="3588" y="3707"/>
                    <a:pt x="3612" y="3713"/>
                  </a:cubicBezTo>
                  <a:cubicBezTo>
                    <a:pt x="4380" y="3908"/>
                    <a:pt x="5151" y="4096"/>
                    <a:pt x="5947" y="4295"/>
                  </a:cubicBezTo>
                  <a:lnTo>
                    <a:pt x="5947" y="4295"/>
                  </a:lnTo>
                  <a:cubicBezTo>
                    <a:pt x="5320" y="5053"/>
                    <a:pt x="4714" y="5781"/>
                    <a:pt x="4113" y="6513"/>
                  </a:cubicBezTo>
                  <a:cubicBezTo>
                    <a:pt x="4079" y="6553"/>
                    <a:pt x="4053" y="6574"/>
                    <a:pt x="4024" y="6574"/>
                  </a:cubicBezTo>
                  <a:cubicBezTo>
                    <a:pt x="3998" y="6574"/>
                    <a:pt x="3971" y="6557"/>
                    <a:pt x="3935" y="6521"/>
                  </a:cubicBezTo>
                  <a:cubicBezTo>
                    <a:pt x="3426" y="6005"/>
                    <a:pt x="2912" y="5491"/>
                    <a:pt x="2395" y="4979"/>
                  </a:cubicBezTo>
                  <a:cubicBezTo>
                    <a:pt x="2325" y="4911"/>
                    <a:pt x="2320" y="4868"/>
                    <a:pt x="2393" y="4797"/>
                  </a:cubicBezTo>
                  <a:cubicBezTo>
                    <a:pt x="2740" y="4452"/>
                    <a:pt x="3087" y="4107"/>
                    <a:pt x="3432" y="3758"/>
                  </a:cubicBezTo>
                  <a:cubicBezTo>
                    <a:pt x="3470" y="3720"/>
                    <a:pt x="3504" y="3704"/>
                    <a:pt x="3547" y="3704"/>
                  </a:cubicBezTo>
                  <a:close/>
                  <a:moveTo>
                    <a:pt x="12091" y="1965"/>
                  </a:moveTo>
                  <a:cubicBezTo>
                    <a:pt x="12181" y="1965"/>
                    <a:pt x="12258" y="2002"/>
                    <a:pt x="12344" y="2090"/>
                  </a:cubicBezTo>
                  <a:cubicBezTo>
                    <a:pt x="13881" y="3632"/>
                    <a:pt x="15419" y="5172"/>
                    <a:pt x="16957" y="6712"/>
                  </a:cubicBezTo>
                  <a:cubicBezTo>
                    <a:pt x="17013" y="6767"/>
                    <a:pt x="17100" y="6808"/>
                    <a:pt x="17098" y="6902"/>
                  </a:cubicBezTo>
                  <a:lnTo>
                    <a:pt x="17098" y="6900"/>
                  </a:lnTo>
                  <a:cubicBezTo>
                    <a:pt x="17077" y="6967"/>
                    <a:pt x="17060" y="7024"/>
                    <a:pt x="17041" y="7082"/>
                  </a:cubicBezTo>
                  <a:cubicBezTo>
                    <a:pt x="16299" y="9254"/>
                    <a:pt x="15029" y="11053"/>
                    <a:pt x="13256" y="12505"/>
                  </a:cubicBezTo>
                  <a:cubicBezTo>
                    <a:pt x="11905" y="13612"/>
                    <a:pt x="10566" y="14732"/>
                    <a:pt x="9225" y="15853"/>
                  </a:cubicBezTo>
                  <a:cubicBezTo>
                    <a:pt x="9160" y="15906"/>
                    <a:pt x="9110" y="15936"/>
                    <a:pt x="9060" y="15936"/>
                  </a:cubicBezTo>
                  <a:cubicBezTo>
                    <a:pt x="9010" y="15936"/>
                    <a:pt x="8960" y="15907"/>
                    <a:pt x="8896" y="15842"/>
                  </a:cubicBezTo>
                  <a:cubicBezTo>
                    <a:pt x="6998" y="13938"/>
                    <a:pt x="5098" y="12034"/>
                    <a:pt x="3194" y="10134"/>
                  </a:cubicBezTo>
                  <a:cubicBezTo>
                    <a:pt x="3100" y="10042"/>
                    <a:pt x="3031" y="9984"/>
                    <a:pt x="3151" y="9843"/>
                  </a:cubicBezTo>
                  <a:cubicBezTo>
                    <a:pt x="4409" y="8348"/>
                    <a:pt x="5599" y="6797"/>
                    <a:pt x="6917" y="5354"/>
                  </a:cubicBezTo>
                  <a:cubicBezTo>
                    <a:pt x="8315" y="3825"/>
                    <a:pt x="9936" y="2638"/>
                    <a:pt x="11928" y="1996"/>
                  </a:cubicBezTo>
                  <a:cubicBezTo>
                    <a:pt x="11989" y="1976"/>
                    <a:pt x="12042" y="1965"/>
                    <a:pt x="12091" y="1965"/>
                  </a:cubicBezTo>
                  <a:close/>
                  <a:moveTo>
                    <a:pt x="14707" y="13113"/>
                  </a:moveTo>
                  <a:cubicBezTo>
                    <a:pt x="14714" y="13113"/>
                    <a:pt x="14726" y="13115"/>
                    <a:pt x="14745" y="13115"/>
                  </a:cubicBezTo>
                  <a:cubicBezTo>
                    <a:pt x="14935" y="13884"/>
                    <a:pt x="15128" y="14660"/>
                    <a:pt x="15327" y="15435"/>
                  </a:cubicBezTo>
                  <a:cubicBezTo>
                    <a:pt x="15349" y="15518"/>
                    <a:pt x="15316" y="15561"/>
                    <a:pt x="15267" y="15613"/>
                  </a:cubicBezTo>
                  <a:cubicBezTo>
                    <a:pt x="14924" y="15951"/>
                    <a:pt x="14582" y="16292"/>
                    <a:pt x="14246" y="16636"/>
                  </a:cubicBezTo>
                  <a:cubicBezTo>
                    <a:pt x="14208" y="16675"/>
                    <a:pt x="14178" y="16692"/>
                    <a:pt x="14149" y="16692"/>
                  </a:cubicBezTo>
                  <a:cubicBezTo>
                    <a:pt x="14116" y="16692"/>
                    <a:pt x="14085" y="16670"/>
                    <a:pt x="14046" y="16630"/>
                  </a:cubicBezTo>
                  <a:cubicBezTo>
                    <a:pt x="13539" y="16118"/>
                    <a:pt x="13029" y="15611"/>
                    <a:pt x="12519" y="15103"/>
                  </a:cubicBezTo>
                  <a:cubicBezTo>
                    <a:pt x="12455" y="15039"/>
                    <a:pt x="12427" y="15000"/>
                    <a:pt x="12517" y="14927"/>
                  </a:cubicBezTo>
                  <a:cubicBezTo>
                    <a:pt x="13245" y="14323"/>
                    <a:pt x="13976" y="13719"/>
                    <a:pt x="14704" y="13113"/>
                  </a:cubicBezTo>
                  <a:cubicBezTo>
                    <a:pt x="14705" y="13113"/>
                    <a:pt x="14706" y="13113"/>
                    <a:pt x="14707" y="13113"/>
                  </a:cubicBezTo>
                  <a:close/>
                  <a:moveTo>
                    <a:pt x="3580" y="12537"/>
                  </a:moveTo>
                  <a:cubicBezTo>
                    <a:pt x="3614" y="12537"/>
                    <a:pt x="3649" y="12558"/>
                    <a:pt x="3695" y="12604"/>
                  </a:cubicBezTo>
                  <a:cubicBezTo>
                    <a:pt x="4603" y="13514"/>
                    <a:pt x="5512" y="14424"/>
                    <a:pt x="6422" y="15334"/>
                  </a:cubicBezTo>
                  <a:cubicBezTo>
                    <a:pt x="6458" y="15370"/>
                    <a:pt x="6492" y="15409"/>
                    <a:pt x="6534" y="15453"/>
                  </a:cubicBezTo>
                  <a:lnTo>
                    <a:pt x="6534" y="15453"/>
                  </a:lnTo>
                  <a:cubicBezTo>
                    <a:pt x="6492" y="15498"/>
                    <a:pt x="6462" y="15532"/>
                    <a:pt x="6433" y="15563"/>
                  </a:cubicBezTo>
                  <a:cubicBezTo>
                    <a:pt x="5961" y="16035"/>
                    <a:pt x="5486" y="16504"/>
                    <a:pt x="5021" y="16979"/>
                  </a:cubicBezTo>
                  <a:cubicBezTo>
                    <a:pt x="4982" y="17019"/>
                    <a:pt x="4952" y="17038"/>
                    <a:pt x="4924" y="17038"/>
                  </a:cubicBezTo>
                  <a:cubicBezTo>
                    <a:pt x="4893" y="17038"/>
                    <a:pt x="4864" y="17016"/>
                    <a:pt x="4826" y="16977"/>
                  </a:cubicBezTo>
                  <a:cubicBezTo>
                    <a:pt x="3907" y="16056"/>
                    <a:pt x="2986" y="15135"/>
                    <a:pt x="2063" y="14216"/>
                  </a:cubicBezTo>
                  <a:cubicBezTo>
                    <a:pt x="1980" y="14133"/>
                    <a:pt x="1982" y="14088"/>
                    <a:pt x="2066" y="14004"/>
                  </a:cubicBezTo>
                  <a:cubicBezTo>
                    <a:pt x="2535" y="13544"/>
                    <a:pt x="3001" y="13077"/>
                    <a:pt x="3462" y="12608"/>
                  </a:cubicBezTo>
                  <a:cubicBezTo>
                    <a:pt x="3508" y="12561"/>
                    <a:pt x="3544" y="12537"/>
                    <a:pt x="3580" y="12537"/>
                  </a:cubicBezTo>
                  <a:close/>
                  <a:moveTo>
                    <a:pt x="15658" y="0"/>
                  </a:moveTo>
                  <a:cubicBezTo>
                    <a:pt x="15108" y="0"/>
                    <a:pt x="14555" y="36"/>
                    <a:pt x="14001" y="109"/>
                  </a:cubicBezTo>
                  <a:cubicBezTo>
                    <a:pt x="11478" y="441"/>
                    <a:pt x="9240" y="1417"/>
                    <a:pt x="7283" y="3041"/>
                  </a:cubicBezTo>
                  <a:cubicBezTo>
                    <a:pt x="7208" y="3102"/>
                    <a:pt x="7141" y="3129"/>
                    <a:pt x="7063" y="3129"/>
                  </a:cubicBezTo>
                  <a:cubicBezTo>
                    <a:pt x="7028" y="3129"/>
                    <a:pt x="6991" y="3123"/>
                    <a:pt x="6951" y="3114"/>
                  </a:cubicBezTo>
                  <a:cubicBezTo>
                    <a:pt x="5721" y="2799"/>
                    <a:pt x="4490" y="2497"/>
                    <a:pt x="3261" y="2184"/>
                  </a:cubicBezTo>
                  <a:cubicBezTo>
                    <a:pt x="3223" y="2175"/>
                    <a:pt x="3188" y="2170"/>
                    <a:pt x="3157" y="2170"/>
                  </a:cubicBezTo>
                  <a:cubicBezTo>
                    <a:pt x="3074" y="2170"/>
                    <a:pt x="3009" y="2203"/>
                    <a:pt x="2939" y="2274"/>
                  </a:cubicBezTo>
                  <a:cubicBezTo>
                    <a:pt x="2125" y="3099"/>
                    <a:pt x="1307" y="3917"/>
                    <a:pt x="483" y="4728"/>
                  </a:cubicBezTo>
                  <a:cubicBezTo>
                    <a:pt x="356" y="4853"/>
                    <a:pt x="354" y="4917"/>
                    <a:pt x="483" y="5045"/>
                  </a:cubicBezTo>
                  <a:cubicBezTo>
                    <a:pt x="1322" y="5872"/>
                    <a:pt x="2151" y="6714"/>
                    <a:pt x="2993" y="7541"/>
                  </a:cubicBezTo>
                  <a:cubicBezTo>
                    <a:pt x="3115" y="7663"/>
                    <a:pt x="3111" y="7725"/>
                    <a:pt x="3004" y="7851"/>
                  </a:cubicBezTo>
                  <a:cubicBezTo>
                    <a:pt x="2425" y="8536"/>
                    <a:pt x="1860" y="9230"/>
                    <a:pt x="1282" y="9916"/>
                  </a:cubicBezTo>
                  <a:cubicBezTo>
                    <a:pt x="1181" y="10034"/>
                    <a:pt x="1172" y="10098"/>
                    <a:pt x="1288" y="10209"/>
                  </a:cubicBezTo>
                  <a:cubicBezTo>
                    <a:pt x="1680" y="10586"/>
                    <a:pt x="2055" y="10982"/>
                    <a:pt x="2449" y="11357"/>
                  </a:cubicBezTo>
                  <a:cubicBezTo>
                    <a:pt x="2577" y="11477"/>
                    <a:pt x="2571" y="11539"/>
                    <a:pt x="2449" y="11659"/>
                  </a:cubicBezTo>
                  <a:cubicBezTo>
                    <a:pt x="1674" y="12422"/>
                    <a:pt x="909" y="13197"/>
                    <a:pt x="136" y="13961"/>
                  </a:cubicBezTo>
                  <a:cubicBezTo>
                    <a:pt x="20" y="14075"/>
                    <a:pt x="1" y="14129"/>
                    <a:pt x="127" y="14257"/>
                  </a:cubicBezTo>
                  <a:cubicBezTo>
                    <a:pt x="1682" y="15801"/>
                    <a:pt x="3233" y="17350"/>
                    <a:pt x="4777" y="18905"/>
                  </a:cubicBezTo>
                  <a:cubicBezTo>
                    <a:pt x="4837" y="18965"/>
                    <a:pt x="4880" y="18996"/>
                    <a:pt x="4925" y="18996"/>
                  </a:cubicBezTo>
                  <a:cubicBezTo>
                    <a:pt x="4968" y="18996"/>
                    <a:pt x="5012" y="18967"/>
                    <a:pt x="5073" y="18907"/>
                  </a:cubicBezTo>
                  <a:cubicBezTo>
                    <a:pt x="5835" y="18131"/>
                    <a:pt x="6612" y="17367"/>
                    <a:pt x="7375" y="16591"/>
                  </a:cubicBezTo>
                  <a:cubicBezTo>
                    <a:pt x="7438" y="16528"/>
                    <a:pt x="7485" y="16498"/>
                    <a:pt x="7531" y="16498"/>
                  </a:cubicBezTo>
                  <a:cubicBezTo>
                    <a:pt x="7581" y="16498"/>
                    <a:pt x="7629" y="16535"/>
                    <a:pt x="7692" y="16600"/>
                  </a:cubicBezTo>
                  <a:cubicBezTo>
                    <a:pt x="8058" y="16979"/>
                    <a:pt x="8441" y="17343"/>
                    <a:pt x="8808" y="17727"/>
                  </a:cubicBezTo>
                  <a:cubicBezTo>
                    <a:pt x="8870" y="17793"/>
                    <a:pt x="8920" y="17827"/>
                    <a:pt x="8974" y="17827"/>
                  </a:cubicBezTo>
                  <a:cubicBezTo>
                    <a:pt x="9021" y="17827"/>
                    <a:pt x="9071" y="17800"/>
                    <a:pt x="9135" y="17746"/>
                  </a:cubicBezTo>
                  <a:cubicBezTo>
                    <a:pt x="9816" y="17165"/>
                    <a:pt x="10515" y="16600"/>
                    <a:pt x="11198" y="16020"/>
                  </a:cubicBezTo>
                  <a:cubicBezTo>
                    <a:pt x="11255" y="15972"/>
                    <a:pt x="11298" y="15949"/>
                    <a:pt x="11339" y="15949"/>
                  </a:cubicBezTo>
                  <a:cubicBezTo>
                    <a:pt x="11387" y="15949"/>
                    <a:pt x="11431" y="15981"/>
                    <a:pt x="11489" y="16039"/>
                  </a:cubicBezTo>
                  <a:cubicBezTo>
                    <a:pt x="12324" y="16885"/>
                    <a:pt x="13168" y="17720"/>
                    <a:pt x="14004" y="18564"/>
                  </a:cubicBezTo>
                  <a:cubicBezTo>
                    <a:pt x="14060" y="18622"/>
                    <a:pt x="14103" y="18655"/>
                    <a:pt x="14149" y="18655"/>
                  </a:cubicBezTo>
                  <a:cubicBezTo>
                    <a:pt x="14189" y="18655"/>
                    <a:pt x="14231" y="18629"/>
                    <a:pt x="14286" y="18573"/>
                  </a:cubicBezTo>
                  <a:cubicBezTo>
                    <a:pt x="15111" y="17737"/>
                    <a:pt x="15940" y="16908"/>
                    <a:pt x="16773" y="16084"/>
                  </a:cubicBezTo>
                  <a:cubicBezTo>
                    <a:pt x="16871" y="15988"/>
                    <a:pt x="16882" y="15902"/>
                    <a:pt x="16852" y="15780"/>
                  </a:cubicBezTo>
                  <a:cubicBezTo>
                    <a:pt x="16546" y="14557"/>
                    <a:pt x="16242" y="13334"/>
                    <a:pt x="15929" y="12111"/>
                  </a:cubicBezTo>
                  <a:cubicBezTo>
                    <a:pt x="15893" y="11961"/>
                    <a:pt x="15905" y="11858"/>
                    <a:pt x="16006" y="11736"/>
                  </a:cubicBezTo>
                  <a:cubicBezTo>
                    <a:pt x="17591" y="9824"/>
                    <a:pt x="18557" y="7635"/>
                    <a:pt x="18904" y="5172"/>
                  </a:cubicBezTo>
                  <a:cubicBezTo>
                    <a:pt x="18942" y="4906"/>
                    <a:pt x="18919" y="4628"/>
                    <a:pt x="19028" y="4373"/>
                  </a:cubicBezTo>
                  <a:lnTo>
                    <a:pt x="19028" y="2398"/>
                  </a:lnTo>
                  <a:cubicBezTo>
                    <a:pt x="18964" y="2379"/>
                    <a:pt x="18985" y="2325"/>
                    <a:pt x="18983" y="2285"/>
                  </a:cubicBezTo>
                  <a:cubicBezTo>
                    <a:pt x="18930" y="1683"/>
                    <a:pt x="18840" y="1083"/>
                    <a:pt x="18715" y="490"/>
                  </a:cubicBezTo>
                  <a:cubicBezTo>
                    <a:pt x="18692" y="383"/>
                    <a:pt x="18655" y="344"/>
                    <a:pt x="18546" y="319"/>
                  </a:cubicBezTo>
                  <a:cubicBezTo>
                    <a:pt x="17588" y="110"/>
                    <a:pt x="16626" y="0"/>
                    <a:pt x="156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5760775" y="3032125"/>
              <a:ext cx="112700" cy="111600"/>
            </a:xfrm>
            <a:custGeom>
              <a:rect b="b" l="l" r="r" t="t"/>
              <a:pathLst>
                <a:path extrusionOk="0" h="4464" w="4508">
                  <a:moveTo>
                    <a:pt x="3523" y="1"/>
                  </a:moveTo>
                  <a:cubicBezTo>
                    <a:pt x="3485" y="1"/>
                    <a:pt x="3446" y="26"/>
                    <a:pt x="3393" y="79"/>
                  </a:cubicBezTo>
                  <a:cubicBezTo>
                    <a:pt x="2305" y="1176"/>
                    <a:pt x="1211" y="2268"/>
                    <a:pt x="112" y="3356"/>
                  </a:cubicBezTo>
                  <a:cubicBezTo>
                    <a:pt x="1" y="3465"/>
                    <a:pt x="35" y="3512"/>
                    <a:pt x="125" y="3600"/>
                  </a:cubicBezTo>
                  <a:cubicBezTo>
                    <a:pt x="414" y="3883"/>
                    <a:pt x="693" y="4174"/>
                    <a:pt x="975" y="4463"/>
                  </a:cubicBezTo>
                  <a:lnTo>
                    <a:pt x="1020" y="4463"/>
                  </a:lnTo>
                  <a:cubicBezTo>
                    <a:pt x="1023" y="4390"/>
                    <a:pt x="1087" y="4365"/>
                    <a:pt x="1127" y="4324"/>
                  </a:cubicBezTo>
                  <a:cubicBezTo>
                    <a:pt x="2200" y="3244"/>
                    <a:pt x="3278" y="2167"/>
                    <a:pt x="4359" y="1096"/>
                  </a:cubicBezTo>
                  <a:cubicBezTo>
                    <a:pt x="4473" y="983"/>
                    <a:pt x="4507" y="919"/>
                    <a:pt x="4370" y="796"/>
                  </a:cubicBezTo>
                  <a:cubicBezTo>
                    <a:pt x="4119" y="572"/>
                    <a:pt x="3886" y="330"/>
                    <a:pt x="3655" y="83"/>
                  </a:cubicBezTo>
                  <a:cubicBezTo>
                    <a:pt x="3603" y="30"/>
                    <a:pt x="3564" y="1"/>
                    <a:pt x="35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5687175" y="2982825"/>
              <a:ext cx="136550" cy="136800"/>
            </a:xfrm>
            <a:custGeom>
              <a:rect b="b" l="l" r="r" t="t"/>
              <a:pathLst>
                <a:path extrusionOk="0" h="5472" w="5462">
                  <a:moveTo>
                    <a:pt x="4487" y="0"/>
                  </a:moveTo>
                  <a:cubicBezTo>
                    <a:pt x="4442" y="0"/>
                    <a:pt x="4395" y="30"/>
                    <a:pt x="4339" y="98"/>
                  </a:cubicBezTo>
                  <a:cubicBezTo>
                    <a:pt x="4202" y="263"/>
                    <a:pt x="4039" y="404"/>
                    <a:pt x="3887" y="556"/>
                  </a:cubicBezTo>
                  <a:cubicBezTo>
                    <a:pt x="2639" y="1811"/>
                    <a:pt x="1386" y="3062"/>
                    <a:pt x="129" y="4308"/>
                  </a:cubicBezTo>
                  <a:cubicBezTo>
                    <a:pt x="6" y="4430"/>
                    <a:pt x="0" y="4493"/>
                    <a:pt x="129" y="4608"/>
                  </a:cubicBezTo>
                  <a:cubicBezTo>
                    <a:pt x="377" y="4837"/>
                    <a:pt x="610" y="5082"/>
                    <a:pt x="846" y="5324"/>
                  </a:cubicBezTo>
                  <a:cubicBezTo>
                    <a:pt x="882" y="5360"/>
                    <a:pt x="902" y="5413"/>
                    <a:pt x="936" y="5471"/>
                  </a:cubicBezTo>
                  <a:cubicBezTo>
                    <a:pt x="1015" y="5396"/>
                    <a:pt x="1056" y="5362"/>
                    <a:pt x="1090" y="5326"/>
                  </a:cubicBezTo>
                  <a:cubicBezTo>
                    <a:pt x="1405" y="5011"/>
                    <a:pt x="1720" y="4698"/>
                    <a:pt x="2035" y="4383"/>
                  </a:cubicBezTo>
                  <a:cubicBezTo>
                    <a:pt x="3129" y="3289"/>
                    <a:pt x="4221" y="2190"/>
                    <a:pt x="5322" y="1102"/>
                  </a:cubicBezTo>
                  <a:cubicBezTo>
                    <a:pt x="5461" y="965"/>
                    <a:pt x="5455" y="897"/>
                    <a:pt x="5318" y="772"/>
                  </a:cubicBezTo>
                  <a:cubicBezTo>
                    <a:pt x="5084" y="562"/>
                    <a:pt x="4864" y="338"/>
                    <a:pt x="4650" y="106"/>
                  </a:cubicBezTo>
                  <a:cubicBezTo>
                    <a:pt x="4590" y="40"/>
                    <a:pt x="4540" y="0"/>
                    <a:pt x="4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5660925" y="2933500"/>
              <a:ext cx="113550" cy="111475"/>
            </a:xfrm>
            <a:custGeom>
              <a:rect b="b" l="l" r="r" t="t"/>
              <a:pathLst>
                <a:path extrusionOk="0" h="4459" w="4542">
                  <a:moveTo>
                    <a:pt x="3569" y="0"/>
                  </a:moveTo>
                  <a:cubicBezTo>
                    <a:pt x="3517" y="0"/>
                    <a:pt x="3468" y="39"/>
                    <a:pt x="3408" y="105"/>
                  </a:cubicBezTo>
                  <a:cubicBezTo>
                    <a:pt x="3224" y="310"/>
                    <a:pt x="3020" y="499"/>
                    <a:pt x="2828" y="694"/>
                  </a:cubicBezTo>
                  <a:cubicBezTo>
                    <a:pt x="1943" y="1574"/>
                    <a:pt x="1061" y="2456"/>
                    <a:pt x="183" y="3341"/>
                  </a:cubicBezTo>
                  <a:cubicBezTo>
                    <a:pt x="131" y="3392"/>
                    <a:pt x="1" y="3429"/>
                    <a:pt x="123" y="3546"/>
                  </a:cubicBezTo>
                  <a:cubicBezTo>
                    <a:pt x="431" y="3844"/>
                    <a:pt x="731" y="4148"/>
                    <a:pt x="1041" y="4459"/>
                  </a:cubicBezTo>
                  <a:cubicBezTo>
                    <a:pt x="1395" y="4105"/>
                    <a:pt x="1738" y="3756"/>
                    <a:pt x="2082" y="3409"/>
                  </a:cubicBezTo>
                  <a:cubicBezTo>
                    <a:pt x="2856" y="2634"/>
                    <a:pt x="3629" y="1859"/>
                    <a:pt x="4408" y="1092"/>
                  </a:cubicBezTo>
                  <a:cubicBezTo>
                    <a:pt x="4541" y="961"/>
                    <a:pt x="4528" y="895"/>
                    <a:pt x="4402" y="779"/>
                  </a:cubicBezTo>
                  <a:cubicBezTo>
                    <a:pt x="4166" y="561"/>
                    <a:pt x="3935" y="338"/>
                    <a:pt x="3721" y="96"/>
                  </a:cubicBezTo>
                  <a:cubicBezTo>
                    <a:pt x="3662" y="30"/>
                    <a:pt x="3614" y="0"/>
                    <a:pt x="3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>
              <a:off x="5959325" y="2705950"/>
              <a:ext cx="141550" cy="139700"/>
            </a:xfrm>
            <a:custGeom>
              <a:rect b="b" l="l" r="r" t="t"/>
              <a:pathLst>
                <a:path extrusionOk="0" h="5588" w="5662">
                  <a:moveTo>
                    <a:pt x="2833" y="1404"/>
                  </a:moveTo>
                  <a:cubicBezTo>
                    <a:pt x="2843" y="1404"/>
                    <a:pt x="2852" y="1404"/>
                    <a:pt x="2862" y="1404"/>
                  </a:cubicBezTo>
                  <a:cubicBezTo>
                    <a:pt x="3639" y="1417"/>
                    <a:pt x="4239" y="2049"/>
                    <a:pt x="4220" y="2837"/>
                  </a:cubicBezTo>
                  <a:cubicBezTo>
                    <a:pt x="4201" y="3594"/>
                    <a:pt x="3588" y="4182"/>
                    <a:pt x="2826" y="4182"/>
                  </a:cubicBezTo>
                  <a:cubicBezTo>
                    <a:pt x="2817" y="4182"/>
                    <a:pt x="2807" y="4182"/>
                    <a:pt x="2798" y="4182"/>
                  </a:cubicBezTo>
                  <a:cubicBezTo>
                    <a:pt x="2022" y="4167"/>
                    <a:pt x="1423" y="3533"/>
                    <a:pt x="1440" y="2749"/>
                  </a:cubicBezTo>
                  <a:cubicBezTo>
                    <a:pt x="1459" y="1992"/>
                    <a:pt x="2069" y="1404"/>
                    <a:pt x="2833" y="1404"/>
                  </a:cubicBezTo>
                  <a:close/>
                  <a:moveTo>
                    <a:pt x="2792" y="1"/>
                  </a:moveTo>
                  <a:cubicBezTo>
                    <a:pt x="1309" y="1"/>
                    <a:pt x="73" y="1230"/>
                    <a:pt x="37" y="2758"/>
                  </a:cubicBezTo>
                  <a:cubicBezTo>
                    <a:pt x="0" y="4274"/>
                    <a:pt x="1247" y="5551"/>
                    <a:pt x="2795" y="5587"/>
                  </a:cubicBezTo>
                  <a:cubicBezTo>
                    <a:pt x="2815" y="5588"/>
                    <a:pt x="2834" y="5588"/>
                    <a:pt x="2853" y="5588"/>
                  </a:cubicBezTo>
                  <a:cubicBezTo>
                    <a:pt x="4348" y="5588"/>
                    <a:pt x="5582" y="4366"/>
                    <a:pt x="5622" y="2826"/>
                  </a:cubicBezTo>
                  <a:cubicBezTo>
                    <a:pt x="5661" y="1310"/>
                    <a:pt x="4425" y="42"/>
                    <a:pt x="2864" y="2"/>
                  </a:cubicBezTo>
                  <a:cubicBezTo>
                    <a:pt x="2840" y="1"/>
                    <a:pt x="2816" y="1"/>
                    <a:pt x="2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/>
          <p:nvPr/>
        </p:nvSpPr>
        <p:spPr>
          <a:xfrm>
            <a:off x="760887" y="1375794"/>
            <a:ext cx="2399736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3366322" y="1377162"/>
            <a:ext cx="2395684" cy="1478642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6"/>
          <p:cNvSpPr/>
          <p:nvPr/>
        </p:nvSpPr>
        <p:spPr>
          <a:xfrm>
            <a:off x="762913" y="3093797"/>
            <a:ext cx="2395684" cy="1481285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3366288" y="3093751"/>
            <a:ext cx="2395752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/>
          <p:nvPr/>
        </p:nvSpPr>
        <p:spPr>
          <a:xfrm>
            <a:off x="5983370" y="1375794"/>
            <a:ext cx="2399736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5985396" y="3093797"/>
            <a:ext cx="2395684" cy="1481285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823044" y="1489536"/>
            <a:ext cx="2275421" cy="484826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2" name="Google Shape;392;p36"/>
          <p:cNvSpPr/>
          <p:nvPr/>
        </p:nvSpPr>
        <p:spPr>
          <a:xfrm flipH="1">
            <a:off x="3425829" y="1489529"/>
            <a:ext cx="2276671" cy="484826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3" name="Google Shape;393;p36"/>
          <p:cNvSpPr/>
          <p:nvPr/>
        </p:nvSpPr>
        <p:spPr>
          <a:xfrm rot="10800000">
            <a:off x="6044903" y="1456677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4" name="Google Shape;394;p36"/>
          <p:cNvSpPr/>
          <p:nvPr/>
        </p:nvSpPr>
        <p:spPr>
          <a:xfrm flipH="1" rot="10800000">
            <a:off x="822419" y="3183525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5" name="Google Shape;395;p36"/>
          <p:cNvSpPr/>
          <p:nvPr/>
        </p:nvSpPr>
        <p:spPr>
          <a:xfrm>
            <a:off x="3425829" y="3181770"/>
            <a:ext cx="2276671" cy="531239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6" name="Google Shape;396;p36"/>
          <p:cNvSpPr/>
          <p:nvPr/>
        </p:nvSpPr>
        <p:spPr>
          <a:xfrm rot="10800000">
            <a:off x="6044903" y="3183525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7" name="Google Shape;397;p36"/>
          <p:cNvSpPr txBox="1"/>
          <p:nvPr>
            <p:ph type="title"/>
          </p:nvPr>
        </p:nvSpPr>
        <p:spPr>
          <a:xfrm>
            <a:off x="1046355" y="1468099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ASSETS</a:t>
            </a:r>
            <a:endParaRPr/>
          </a:p>
        </p:txBody>
      </p:sp>
      <p:sp>
        <p:nvSpPr>
          <p:cNvPr id="398" name="Google Shape;398;p36"/>
          <p:cNvSpPr txBox="1"/>
          <p:nvPr>
            <p:ph idx="2" type="title"/>
          </p:nvPr>
        </p:nvSpPr>
        <p:spPr>
          <a:xfrm>
            <a:off x="3649764" y="1466743"/>
            <a:ext cx="1828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LUGARES</a:t>
            </a:r>
            <a:endParaRPr/>
          </a:p>
        </p:txBody>
      </p:sp>
      <p:sp>
        <p:nvSpPr>
          <p:cNvPr id="399" name="Google Shape;399;p36"/>
          <p:cNvSpPr txBox="1"/>
          <p:nvPr>
            <p:ph idx="4" type="title"/>
          </p:nvPr>
        </p:nvSpPr>
        <p:spPr>
          <a:xfrm>
            <a:off x="1046355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USUARIOS</a:t>
            </a:r>
            <a:endParaRPr/>
          </a:p>
        </p:txBody>
      </p:sp>
      <p:sp>
        <p:nvSpPr>
          <p:cNvPr id="400" name="Google Shape;400;p36"/>
          <p:cNvSpPr txBox="1"/>
          <p:nvPr>
            <p:ph idx="6" type="title"/>
          </p:nvPr>
        </p:nvSpPr>
        <p:spPr>
          <a:xfrm>
            <a:off x="3649764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PRÉSTAMOS</a:t>
            </a:r>
            <a:endParaRPr/>
          </a:p>
        </p:txBody>
      </p:sp>
      <p:sp>
        <p:nvSpPr>
          <p:cNvPr id="401" name="Google Shape;401;p36"/>
          <p:cNvSpPr txBox="1"/>
          <p:nvPr>
            <p:ph idx="13" type="title"/>
          </p:nvPr>
        </p:nvSpPr>
        <p:spPr>
          <a:xfrm>
            <a:off x="6268838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AVISOS</a:t>
            </a:r>
            <a:endParaRPr/>
          </a:p>
        </p:txBody>
      </p:sp>
      <p:sp>
        <p:nvSpPr>
          <p:cNvPr id="402" name="Google Shape;402;p36"/>
          <p:cNvSpPr txBox="1"/>
          <p:nvPr>
            <p:ph idx="15" type="title"/>
          </p:nvPr>
        </p:nvSpPr>
        <p:spPr>
          <a:xfrm>
            <a:off x="720000" y="411781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TRAE EL CORE</a:t>
            </a:r>
            <a:endParaRPr/>
          </a:p>
        </p:txBody>
      </p:sp>
      <p:sp>
        <p:nvSpPr>
          <p:cNvPr id="403" name="Google Shape;403;p36"/>
          <p:cNvSpPr txBox="1"/>
          <p:nvPr>
            <p:ph idx="5" type="subTitle"/>
          </p:nvPr>
        </p:nvSpPr>
        <p:spPr>
          <a:xfrm>
            <a:off x="808605" y="3811625"/>
            <a:ext cx="2304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Roles del hogar, invitación y verificación</a:t>
            </a:r>
            <a:endParaRPr/>
          </a:p>
        </p:txBody>
      </p:sp>
      <p:sp>
        <p:nvSpPr>
          <p:cNvPr id="404" name="Google Shape;404;p36"/>
          <p:cNvSpPr txBox="1"/>
          <p:nvPr>
            <p:ph idx="1" type="subTitle"/>
          </p:nvPr>
        </p:nvSpPr>
        <p:spPr>
          <a:xfrm>
            <a:off x="808005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Todo el material de la casa, con su ficha</a:t>
            </a:r>
            <a:endParaRPr/>
          </a:p>
        </p:txBody>
      </p:sp>
      <p:sp>
        <p:nvSpPr>
          <p:cNvPr id="405" name="Google Shape;405;p36"/>
          <p:cNvSpPr txBox="1"/>
          <p:nvPr>
            <p:ph idx="3" type="subTitle"/>
          </p:nvPr>
        </p:nvSpPr>
        <p:spPr>
          <a:xfrm>
            <a:off x="3411414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Casa, habitación, mueble y estante</a:t>
            </a:r>
            <a:endParaRPr/>
          </a:p>
        </p:txBody>
      </p:sp>
      <p:sp>
        <p:nvSpPr>
          <p:cNvPr id="406" name="Google Shape;406;p36"/>
          <p:cNvSpPr txBox="1"/>
          <p:nvPr>
            <p:ph idx="7" type="subTitle"/>
          </p:nvPr>
        </p:nvSpPr>
        <p:spPr>
          <a:xfrm>
            <a:off x="3411414" y="38116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Quién se llevó qué y cuándo lo devuelve</a:t>
            </a:r>
            <a:endParaRPr/>
          </a:p>
        </p:txBody>
      </p:sp>
      <p:sp>
        <p:nvSpPr>
          <p:cNvPr id="407" name="Google Shape;407;p36"/>
          <p:cNvSpPr txBox="1"/>
          <p:nvPr>
            <p:ph idx="9" type="subTitle"/>
          </p:nvPr>
        </p:nvSpPr>
        <p:spPr>
          <a:xfrm>
            <a:off x="6030488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Manuales, facturas y garantías, con su foto</a:t>
            </a:r>
            <a:endParaRPr/>
          </a:p>
        </p:txBody>
      </p:sp>
      <p:sp>
        <p:nvSpPr>
          <p:cNvPr id="408" name="Google Shape;408;p36"/>
          <p:cNvSpPr txBox="1"/>
          <p:nvPr>
            <p:ph idx="14" type="subTitle"/>
          </p:nvPr>
        </p:nvSpPr>
        <p:spPr>
          <a:xfrm>
            <a:off x="6030488" y="38116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resumen diario, y solo cuando hay algo</a:t>
            </a:r>
            <a:endParaRPr/>
          </a:p>
        </p:txBody>
      </p:sp>
      <p:sp>
        <p:nvSpPr>
          <p:cNvPr id="409" name="Google Shape;409;p36"/>
          <p:cNvSpPr txBox="1"/>
          <p:nvPr>
            <p:ph idx="8" type="title"/>
          </p:nvPr>
        </p:nvSpPr>
        <p:spPr>
          <a:xfrm>
            <a:off x="6268838" y="1456692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PAPELES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/>
          <p:nvPr/>
        </p:nvSpPr>
        <p:spPr>
          <a:xfrm flipH="1">
            <a:off x="1483872" y="1911452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6" name="Google Shape;416;p37"/>
          <p:cNvSpPr/>
          <p:nvPr/>
        </p:nvSpPr>
        <p:spPr>
          <a:xfrm>
            <a:off x="1483872" y="3618577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7" name="Google Shape;417;p37"/>
          <p:cNvSpPr/>
          <p:nvPr/>
        </p:nvSpPr>
        <p:spPr>
          <a:xfrm flipH="1">
            <a:off x="4983872" y="3618577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8" name="Google Shape;418;p37"/>
          <p:cNvSpPr/>
          <p:nvPr/>
        </p:nvSpPr>
        <p:spPr>
          <a:xfrm>
            <a:off x="4983872" y="1911452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9" name="Google Shape;419;p37"/>
          <p:cNvSpPr txBox="1"/>
          <p:nvPr>
            <p:ph idx="1" type="subTitle"/>
          </p:nvPr>
        </p:nvSpPr>
        <p:spPr>
          <a:xfrm>
            <a:off x="5277850" y="1943714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operaciones disponibles en la API</a:t>
            </a:r>
            <a:endParaRPr/>
          </a:p>
        </p:txBody>
      </p:sp>
      <p:sp>
        <p:nvSpPr>
          <p:cNvPr id="420" name="Google Shape;420;p37"/>
          <p:cNvSpPr txBox="1"/>
          <p:nvPr>
            <p:ph type="title"/>
          </p:nvPr>
        </p:nvSpPr>
        <p:spPr>
          <a:xfrm>
            <a:off x="47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98</a:t>
            </a:r>
            <a:endParaRPr/>
          </a:p>
        </p:txBody>
      </p:sp>
      <p:sp>
        <p:nvSpPr>
          <p:cNvPr id="421" name="Google Shape;421;p37"/>
          <p:cNvSpPr txBox="1"/>
          <p:nvPr>
            <p:ph idx="4" type="title"/>
          </p:nvPr>
        </p:nvSpPr>
        <p:spPr>
          <a:xfrm>
            <a:off x="12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 GB</a:t>
            </a:r>
            <a:endParaRPr/>
          </a:p>
        </p:txBody>
      </p:sp>
      <p:sp>
        <p:nvSpPr>
          <p:cNvPr id="422" name="Google Shape;422;p37"/>
          <p:cNvSpPr txBox="1"/>
          <p:nvPr>
            <p:ph idx="5" type="subTitle"/>
          </p:nvPr>
        </p:nvSpPr>
        <p:spPr>
          <a:xfrm>
            <a:off x="5277850" y="3650839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 ancho mínimo, hasta ultrawide</a:t>
            </a:r>
            <a:endParaRPr/>
          </a:p>
        </p:txBody>
      </p:sp>
      <p:sp>
        <p:nvSpPr>
          <p:cNvPr id="423" name="Google Shape;423;p37"/>
          <p:cNvSpPr txBox="1"/>
          <p:nvPr>
            <p:ph idx="6" type="title"/>
          </p:nvPr>
        </p:nvSpPr>
        <p:spPr>
          <a:xfrm>
            <a:off x="47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375 px</a:t>
            </a:r>
            <a:endParaRPr/>
          </a:p>
        </p:txBody>
      </p:sp>
      <p:sp>
        <p:nvSpPr>
          <p:cNvPr id="424" name="Google Shape;424;p37"/>
          <p:cNvSpPr txBox="1"/>
          <p:nvPr>
            <p:ph idx="7" type="subTitle"/>
          </p:nvPr>
        </p:nvSpPr>
        <p:spPr>
          <a:xfrm>
            <a:off x="1777850" y="3650839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 documentos por hogar</a:t>
            </a:r>
            <a:endParaRPr/>
          </a:p>
        </p:txBody>
      </p:sp>
      <p:sp>
        <p:nvSpPr>
          <p:cNvPr id="425" name="Google Shape;425;p37"/>
          <p:cNvSpPr txBox="1"/>
          <p:nvPr>
            <p:ph idx="2" type="title"/>
          </p:nvPr>
        </p:nvSpPr>
        <p:spPr>
          <a:xfrm>
            <a:off x="12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13</a:t>
            </a:r>
            <a:endParaRPr/>
          </a:p>
        </p:txBody>
      </p:sp>
      <p:sp>
        <p:nvSpPr>
          <p:cNvPr id="426" name="Google Shape;426;p37"/>
          <p:cNvSpPr txBox="1"/>
          <p:nvPr>
            <p:ph idx="3" type="subTitle"/>
          </p:nvPr>
        </p:nvSpPr>
        <p:spPr>
          <a:xfrm>
            <a:off x="1777850" y="1943714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módulos previstos, cuatro construidos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/>
          <p:nvPr/>
        </p:nvSpPr>
        <p:spPr>
          <a:xfrm>
            <a:off x="1772175" y="3161875"/>
            <a:ext cx="5599595" cy="703821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32" name="Google Shape;432;p38"/>
          <p:cNvSpPr txBox="1"/>
          <p:nvPr>
            <p:ph idx="1" type="subTitle"/>
          </p:nvPr>
        </p:nvSpPr>
        <p:spPr>
          <a:xfrm>
            <a:off x="2091275" y="3255925"/>
            <a:ext cx="4961400" cy="51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capas de aislamiento: nadie ve lo que no es suyo</a:t>
            </a:r>
            <a:endParaRPr/>
          </a:p>
        </p:txBody>
      </p:sp>
      <p:sp>
        <p:nvSpPr>
          <p:cNvPr id="433" name="Google Shape;433;p38"/>
          <p:cNvSpPr txBox="1"/>
          <p:nvPr>
            <p:ph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9"/>
          <p:cNvSpPr txBox="1"/>
          <p:nvPr>
            <p:ph type="title"/>
          </p:nvPr>
        </p:nvSpPr>
        <p:spPr>
          <a:xfrm>
            <a:off x="725475" y="1986575"/>
            <a:ext cx="7693200" cy="11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CRECE CONTIGO</a:t>
            </a:r>
            <a:endParaRPr/>
          </a:p>
        </p:txBody>
      </p:sp>
      <p:sp>
        <p:nvSpPr>
          <p:cNvPr id="439" name="Google Shape;439;p39"/>
          <p:cNvSpPr/>
          <p:nvPr/>
        </p:nvSpPr>
        <p:spPr>
          <a:xfrm>
            <a:off x="1237050" y="1307100"/>
            <a:ext cx="6669895" cy="5699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CRECE CONTIGO</a:t>
            </a:r>
          </a:p>
        </p:txBody>
      </p:sp>
      <p:sp>
        <p:nvSpPr>
          <p:cNvPr id="440" name="Google Shape;440;p39"/>
          <p:cNvSpPr/>
          <p:nvPr/>
        </p:nvSpPr>
        <p:spPr>
          <a:xfrm>
            <a:off x="1237050" y="3266500"/>
            <a:ext cx="6669895" cy="5699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CRECE CONTIGO</a:t>
            </a:r>
          </a:p>
        </p:txBody>
      </p:sp>
      <p:sp>
        <p:nvSpPr>
          <p:cNvPr id="441" name="Google Shape;441;p39"/>
          <p:cNvSpPr/>
          <p:nvPr/>
        </p:nvSpPr>
        <p:spPr>
          <a:xfrm>
            <a:off x="725475" y="1576528"/>
            <a:ext cx="7693325" cy="19904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4"/>
          <p:cNvSpPr/>
          <p:nvPr/>
        </p:nvSpPr>
        <p:spPr>
          <a:xfrm>
            <a:off x="-18301" y="1276350"/>
            <a:ext cx="9180603" cy="3585182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4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CATÁLOGO ENTERO</a:t>
            </a:r>
            <a:endParaRPr/>
          </a:p>
        </p:txBody>
      </p:sp>
      <p:graphicFrame>
        <p:nvGraphicFramePr>
          <p:cNvPr id="630" name="Google Shape;630;p44"/>
          <p:cNvGraphicFramePr/>
          <p:nvPr/>
        </p:nvGraphicFramePr>
        <p:xfrm>
          <a:off x="952500" y="2093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{C1219D3B-89A6-437A-9034-6E69751CE253}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PRIORIDAD</a:t>
                      </a:r>
                      <a:endParaRPr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MÓDULOS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ESTADO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FASE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Alta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Construidos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Fase 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Media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Por diseñar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Fase 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Baja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Por diseñar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Fase 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1" name="Google Shape;631;p44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"/>
          <p:cNvSpPr/>
          <p:nvPr/>
        </p:nvSpPr>
        <p:spPr>
          <a:xfrm>
            <a:off x="673225" y="227082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6"/>
          <p:cNvSpPr/>
          <p:nvPr/>
        </p:nvSpPr>
        <p:spPr>
          <a:xfrm>
            <a:off x="693075" y="309512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6"/>
          <p:cNvSpPr/>
          <p:nvPr/>
        </p:nvSpPr>
        <p:spPr>
          <a:xfrm>
            <a:off x="7918425" y="3507263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6"/>
          <p:cNvSpPr/>
          <p:nvPr/>
        </p:nvSpPr>
        <p:spPr>
          <a:xfrm>
            <a:off x="7918425" y="268297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3" name="Google Shape;653;p46"/>
          <p:cNvGrpSpPr/>
          <p:nvPr/>
        </p:nvGrpSpPr>
        <p:grpSpPr>
          <a:xfrm>
            <a:off x="7962827" y="3581551"/>
            <a:ext cx="443696" cy="383944"/>
            <a:chOff x="1337300" y="575700"/>
            <a:chExt cx="588300" cy="509075"/>
          </a:xfrm>
        </p:grpSpPr>
        <p:sp>
          <p:nvSpPr>
            <p:cNvPr id="654" name="Google Shape;654;p46"/>
            <p:cNvSpPr/>
            <p:nvPr/>
          </p:nvSpPr>
          <p:spPr>
            <a:xfrm>
              <a:off x="1337300" y="696500"/>
              <a:ext cx="588300" cy="388275"/>
            </a:xfrm>
            <a:custGeom>
              <a:rect b="b" l="l" r="r" t="t"/>
              <a:pathLst>
                <a:path extrusionOk="0" h="15531" w="23532">
                  <a:moveTo>
                    <a:pt x="11760" y="1386"/>
                  </a:moveTo>
                  <a:cubicBezTo>
                    <a:pt x="13663" y="1386"/>
                    <a:pt x="15209" y="2939"/>
                    <a:pt x="15205" y="4847"/>
                  </a:cubicBezTo>
                  <a:cubicBezTo>
                    <a:pt x="15201" y="6744"/>
                    <a:pt x="13661" y="8278"/>
                    <a:pt x="11766" y="8278"/>
                  </a:cubicBezTo>
                  <a:cubicBezTo>
                    <a:pt x="11761" y="8278"/>
                    <a:pt x="11755" y="8278"/>
                    <a:pt x="11750" y="8278"/>
                  </a:cubicBezTo>
                  <a:cubicBezTo>
                    <a:pt x="9833" y="8276"/>
                    <a:pt x="8302" y="6736"/>
                    <a:pt x="8306" y="4813"/>
                  </a:cubicBezTo>
                  <a:cubicBezTo>
                    <a:pt x="8311" y="2928"/>
                    <a:pt x="9855" y="1391"/>
                    <a:pt x="11748" y="1386"/>
                  </a:cubicBezTo>
                  <a:cubicBezTo>
                    <a:pt x="11752" y="1386"/>
                    <a:pt x="11756" y="1386"/>
                    <a:pt x="11760" y="1386"/>
                  </a:cubicBezTo>
                  <a:close/>
                  <a:moveTo>
                    <a:pt x="15866" y="2259"/>
                  </a:moveTo>
                  <a:cubicBezTo>
                    <a:pt x="15873" y="2259"/>
                    <a:pt x="15897" y="2272"/>
                    <a:pt x="15912" y="2277"/>
                  </a:cubicBezTo>
                  <a:cubicBezTo>
                    <a:pt x="16745" y="2586"/>
                    <a:pt x="17520" y="3014"/>
                    <a:pt x="18274" y="3485"/>
                  </a:cubicBezTo>
                  <a:cubicBezTo>
                    <a:pt x="19518" y="4261"/>
                    <a:pt x="20649" y="5182"/>
                    <a:pt x="21692" y="6225"/>
                  </a:cubicBezTo>
                  <a:cubicBezTo>
                    <a:pt x="20876" y="7081"/>
                    <a:pt x="19972" y="7850"/>
                    <a:pt x="18996" y="8520"/>
                  </a:cubicBezTo>
                  <a:cubicBezTo>
                    <a:pt x="18961" y="8540"/>
                    <a:pt x="18931" y="8561"/>
                    <a:pt x="18901" y="8585"/>
                  </a:cubicBezTo>
                  <a:cubicBezTo>
                    <a:pt x="18762" y="8709"/>
                    <a:pt x="18623" y="8770"/>
                    <a:pt x="18464" y="8770"/>
                  </a:cubicBezTo>
                  <a:cubicBezTo>
                    <a:pt x="18371" y="8770"/>
                    <a:pt x="18272" y="8749"/>
                    <a:pt x="18163" y="8709"/>
                  </a:cubicBezTo>
                  <a:cubicBezTo>
                    <a:pt x="17981" y="8642"/>
                    <a:pt x="17795" y="8611"/>
                    <a:pt x="17608" y="8611"/>
                  </a:cubicBezTo>
                  <a:cubicBezTo>
                    <a:pt x="17357" y="8611"/>
                    <a:pt x="17105" y="8667"/>
                    <a:pt x="16860" y="8767"/>
                  </a:cubicBezTo>
                  <a:cubicBezTo>
                    <a:pt x="16821" y="8784"/>
                    <a:pt x="16786" y="8793"/>
                    <a:pt x="16754" y="8793"/>
                  </a:cubicBezTo>
                  <a:cubicBezTo>
                    <a:pt x="16702" y="8793"/>
                    <a:pt x="16656" y="8769"/>
                    <a:pt x="16605" y="8715"/>
                  </a:cubicBezTo>
                  <a:cubicBezTo>
                    <a:pt x="16319" y="8418"/>
                    <a:pt x="16023" y="8129"/>
                    <a:pt x="15730" y="7837"/>
                  </a:cubicBezTo>
                  <a:cubicBezTo>
                    <a:pt x="15665" y="7773"/>
                    <a:pt x="15625" y="7730"/>
                    <a:pt x="15691" y="7630"/>
                  </a:cubicBezTo>
                  <a:cubicBezTo>
                    <a:pt x="16837" y="5903"/>
                    <a:pt x="16882" y="4134"/>
                    <a:pt x="15888" y="2327"/>
                  </a:cubicBezTo>
                  <a:cubicBezTo>
                    <a:pt x="15886" y="2318"/>
                    <a:pt x="15884" y="2312"/>
                    <a:pt x="15884" y="2303"/>
                  </a:cubicBezTo>
                  <a:cubicBezTo>
                    <a:pt x="15864" y="2294"/>
                    <a:pt x="15845" y="2282"/>
                    <a:pt x="15864" y="2260"/>
                  </a:cubicBezTo>
                  <a:cubicBezTo>
                    <a:pt x="15865" y="2260"/>
                    <a:pt x="15865" y="2259"/>
                    <a:pt x="15866" y="2259"/>
                  </a:cubicBezTo>
                  <a:close/>
                  <a:moveTo>
                    <a:pt x="7647" y="2259"/>
                  </a:moveTo>
                  <a:cubicBezTo>
                    <a:pt x="7648" y="2259"/>
                    <a:pt x="7649" y="2260"/>
                    <a:pt x="7649" y="2260"/>
                  </a:cubicBezTo>
                  <a:cubicBezTo>
                    <a:pt x="7664" y="2284"/>
                    <a:pt x="7647" y="2294"/>
                    <a:pt x="7625" y="2301"/>
                  </a:cubicBezTo>
                  <a:cubicBezTo>
                    <a:pt x="7342" y="2836"/>
                    <a:pt x="7115" y="3385"/>
                    <a:pt x="7000" y="3986"/>
                  </a:cubicBezTo>
                  <a:cubicBezTo>
                    <a:pt x="6522" y="6512"/>
                    <a:pt x="8233" y="9058"/>
                    <a:pt x="10759" y="9557"/>
                  </a:cubicBezTo>
                  <a:cubicBezTo>
                    <a:pt x="11109" y="9626"/>
                    <a:pt x="11453" y="9661"/>
                    <a:pt x="11790" y="9661"/>
                  </a:cubicBezTo>
                  <a:cubicBezTo>
                    <a:pt x="12750" y="9661"/>
                    <a:pt x="13655" y="9379"/>
                    <a:pt x="14498" y="8803"/>
                  </a:cubicBezTo>
                  <a:cubicBezTo>
                    <a:pt x="14554" y="8765"/>
                    <a:pt x="14597" y="8747"/>
                    <a:pt x="14636" y="8747"/>
                  </a:cubicBezTo>
                  <a:cubicBezTo>
                    <a:pt x="14684" y="8747"/>
                    <a:pt x="14727" y="8775"/>
                    <a:pt x="14781" y="8831"/>
                  </a:cubicBezTo>
                  <a:cubicBezTo>
                    <a:pt x="15051" y="9114"/>
                    <a:pt x="15329" y="9388"/>
                    <a:pt x="15610" y="9660"/>
                  </a:cubicBezTo>
                  <a:cubicBezTo>
                    <a:pt x="15702" y="9750"/>
                    <a:pt x="15704" y="9823"/>
                    <a:pt x="15685" y="9955"/>
                  </a:cubicBezTo>
                  <a:cubicBezTo>
                    <a:pt x="15635" y="10317"/>
                    <a:pt x="15380" y="10390"/>
                    <a:pt x="15098" y="10484"/>
                  </a:cubicBezTo>
                  <a:cubicBezTo>
                    <a:pt x="13980" y="10859"/>
                    <a:pt x="12875" y="11038"/>
                    <a:pt x="11783" y="11038"/>
                  </a:cubicBezTo>
                  <a:cubicBezTo>
                    <a:pt x="10186" y="11038"/>
                    <a:pt x="8615" y="10655"/>
                    <a:pt x="7066" y="9936"/>
                  </a:cubicBezTo>
                  <a:cubicBezTo>
                    <a:pt x="5143" y="9043"/>
                    <a:pt x="3462" y="7807"/>
                    <a:pt x="1954" y="6327"/>
                  </a:cubicBezTo>
                  <a:cubicBezTo>
                    <a:pt x="1877" y="6252"/>
                    <a:pt x="1845" y="6207"/>
                    <a:pt x="1941" y="6113"/>
                  </a:cubicBezTo>
                  <a:cubicBezTo>
                    <a:pt x="3569" y="4522"/>
                    <a:pt x="5385" y="3203"/>
                    <a:pt x="7492" y="2309"/>
                  </a:cubicBezTo>
                  <a:cubicBezTo>
                    <a:pt x="7529" y="2297"/>
                    <a:pt x="7565" y="2286"/>
                    <a:pt x="7602" y="2277"/>
                  </a:cubicBezTo>
                  <a:cubicBezTo>
                    <a:pt x="7617" y="2272"/>
                    <a:pt x="7640" y="2259"/>
                    <a:pt x="7647" y="2259"/>
                  </a:cubicBezTo>
                  <a:close/>
                  <a:moveTo>
                    <a:pt x="17673" y="10007"/>
                  </a:moveTo>
                  <a:cubicBezTo>
                    <a:pt x="17677" y="10007"/>
                    <a:pt x="17682" y="10007"/>
                    <a:pt x="17687" y="10007"/>
                  </a:cubicBezTo>
                  <a:cubicBezTo>
                    <a:pt x="17689" y="10007"/>
                    <a:pt x="17691" y="10007"/>
                    <a:pt x="17692" y="10007"/>
                  </a:cubicBezTo>
                  <a:cubicBezTo>
                    <a:pt x="17810" y="10007"/>
                    <a:pt x="17967" y="10075"/>
                    <a:pt x="18094" y="10202"/>
                  </a:cubicBezTo>
                  <a:cubicBezTo>
                    <a:pt x="18874" y="10979"/>
                    <a:pt x="19653" y="11761"/>
                    <a:pt x="20435" y="12534"/>
                  </a:cubicBezTo>
                  <a:cubicBezTo>
                    <a:pt x="20525" y="12624"/>
                    <a:pt x="20512" y="12673"/>
                    <a:pt x="20428" y="12755"/>
                  </a:cubicBezTo>
                  <a:cubicBezTo>
                    <a:pt x="20169" y="13003"/>
                    <a:pt x="19914" y="13256"/>
                    <a:pt x="19666" y="13517"/>
                  </a:cubicBezTo>
                  <a:cubicBezTo>
                    <a:pt x="19626" y="13559"/>
                    <a:pt x="19594" y="13579"/>
                    <a:pt x="19563" y="13579"/>
                  </a:cubicBezTo>
                  <a:cubicBezTo>
                    <a:pt x="19529" y="13579"/>
                    <a:pt x="19496" y="13556"/>
                    <a:pt x="19454" y="13513"/>
                  </a:cubicBezTo>
                  <a:cubicBezTo>
                    <a:pt x="18683" y="12735"/>
                    <a:pt x="17908" y="11966"/>
                    <a:pt x="17137" y="11189"/>
                  </a:cubicBezTo>
                  <a:cubicBezTo>
                    <a:pt x="16912" y="10962"/>
                    <a:pt x="16863" y="10681"/>
                    <a:pt x="16982" y="10412"/>
                  </a:cubicBezTo>
                  <a:cubicBezTo>
                    <a:pt x="17097" y="10158"/>
                    <a:pt x="17329" y="10007"/>
                    <a:pt x="17673" y="10007"/>
                  </a:cubicBezTo>
                  <a:close/>
                  <a:moveTo>
                    <a:pt x="11755" y="0"/>
                  </a:moveTo>
                  <a:cubicBezTo>
                    <a:pt x="10702" y="0"/>
                    <a:pt x="9644" y="153"/>
                    <a:pt x="8580" y="468"/>
                  </a:cubicBezTo>
                  <a:cubicBezTo>
                    <a:pt x="5186" y="1474"/>
                    <a:pt x="2434" y="3466"/>
                    <a:pt x="97" y="6079"/>
                  </a:cubicBezTo>
                  <a:cubicBezTo>
                    <a:pt x="1" y="6186"/>
                    <a:pt x="7" y="6246"/>
                    <a:pt x="101" y="6353"/>
                  </a:cubicBezTo>
                  <a:cubicBezTo>
                    <a:pt x="1950" y="8460"/>
                    <a:pt x="4132" y="10127"/>
                    <a:pt x="6691" y="11277"/>
                  </a:cubicBezTo>
                  <a:cubicBezTo>
                    <a:pt x="8356" y="12024"/>
                    <a:pt x="10046" y="12421"/>
                    <a:pt x="11763" y="12421"/>
                  </a:cubicBezTo>
                  <a:cubicBezTo>
                    <a:pt x="12938" y="12421"/>
                    <a:pt x="14125" y="12235"/>
                    <a:pt x="15325" y="11849"/>
                  </a:cubicBezTo>
                  <a:cubicBezTo>
                    <a:pt x="15459" y="11806"/>
                    <a:pt x="15581" y="11770"/>
                    <a:pt x="15690" y="11770"/>
                  </a:cubicBezTo>
                  <a:cubicBezTo>
                    <a:pt x="15840" y="11770"/>
                    <a:pt x="15964" y="11838"/>
                    <a:pt x="16057" y="12052"/>
                  </a:cubicBezTo>
                  <a:cubicBezTo>
                    <a:pt x="16066" y="12065"/>
                    <a:pt x="16074" y="12078"/>
                    <a:pt x="16087" y="12086"/>
                  </a:cubicBezTo>
                  <a:cubicBezTo>
                    <a:pt x="17216" y="13213"/>
                    <a:pt x="18342" y="14342"/>
                    <a:pt x="19467" y="15472"/>
                  </a:cubicBezTo>
                  <a:cubicBezTo>
                    <a:pt x="19506" y="15512"/>
                    <a:pt x="19536" y="15530"/>
                    <a:pt x="19565" y="15530"/>
                  </a:cubicBezTo>
                  <a:cubicBezTo>
                    <a:pt x="19596" y="15530"/>
                    <a:pt x="19627" y="15508"/>
                    <a:pt x="19666" y="15470"/>
                  </a:cubicBezTo>
                  <a:cubicBezTo>
                    <a:pt x="20572" y="14558"/>
                    <a:pt x="21482" y="13648"/>
                    <a:pt x="22397" y="12740"/>
                  </a:cubicBezTo>
                  <a:cubicBezTo>
                    <a:pt x="22478" y="12658"/>
                    <a:pt x="22470" y="12613"/>
                    <a:pt x="22392" y="12540"/>
                  </a:cubicBezTo>
                  <a:cubicBezTo>
                    <a:pt x="22108" y="12262"/>
                    <a:pt x="21827" y="11977"/>
                    <a:pt x="21546" y="11697"/>
                  </a:cubicBezTo>
                  <a:cubicBezTo>
                    <a:pt x="20906" y="11056"/>
                    <a:pt x="20266" y="10418"/>
                    <a:pt x="19619" y="9771"/>
                  </a:cubicBezTo>
                  <a:cubicBezTo>
                    <a:pt x="19668" y="9737"/>
                    <a:pt x="19702" y="9711"/>
                    <a:pt x="19739" y="9686"/>
                  </a:cubicBezTo>
                  <a:cubicBezTo>
                    <a:pt x="21125" y="8724"/>
                    <a:pt x="22392" y="7634"/>
                    <a:pt x="23446" y="6308"/>
                  </a:cubicBezTo>
                  <a:cubicBezTo>
                    <a:pt x="23466" y="6283"/>
                    <a:pt x="23480" y="6245"/>
                    <a:pt x="23518" y="6245"/>
                  </a:cubicBezTo>
                  <a:cubicBezTo>
                    <a:pt x="23522" y="6245"/>
                    <a:pt x="23526" y="6245"/>
                    <a:pt x="23530" y="6246"/>
                  </a:cubicBezTo>
                  <a:lnTo>
                    <a:pt x="23532" y="6154"/>
                  </a:lnTo>
                  <a:cubicBezTo>
                    <a:pt x="23416" y="6115"/>
                    <a:pt x="23369" y="6002"/>
                    <a:pt x="23294" y="5920"/>
                  </a:cubicBezTo>
                  <a:cubicBezTo>
                    <a:pt x="21238" y="3663"/>
                    <a:pt x="18839" y="1892"/>
                    <a:pt x="15967" y="804"/>
                  </a:cubicBezTo>
                  <a:cubicBezTo>
                    <a:pt x="14577" y="277"/>
                    <a:pt x="13172" y="0"/>
                    <a:pt x="11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6"/>
            <p:cNvSpPr/>
            <p:nvPr/>
          </p:nvSpPr>
          <p:spPr>
            <a:xfrm>
              <a:off x="1361500" y="648150"/>
              <a:ext cx="66525" cy="75375"/>
            </a:xfrm>
            <a:custGeom>
              <a:rect b="b" l="l" r="r" t="t"/>
              <a:pathLst>
                <a:path extrusionOk="0" h="3015" w="2661">
                  <a:moveTo>
                    <a:pt x="1164" y="1"/>
                  </a:moveTo>
                  <a:cubicBezTo>
                    <a:pt x="1147" y="11"/>
                    <a:pt x="1125" y="20"/>
                    <a:pt x="1106" y="33"/>
                  </a:cubicBezTo>
                  <a:cubicBezTo>
                    <a:pt x="772" y="247"/>
                    <a:pt x="438" y="463"/>
                    <a:pt x="99" y="673"/>
                  </a:cubicBezTo>
                  <a:cubicBezTo>
                    <a:pt x="1" y="733"/>
                    <a:pt x="59" y="782"/>
                    <a:pt x="95" y="836"/>
                  </a:cubicBezTo>
                  <a:cubicBezTo>
                    <a:pt x="538" y="1532"/>
                    <a:pt x="984" y="2226"/>
                    <a:pt x="1425" y="2924"/>
                  </a:cubicBezTo>
                  <a:cubicBezTo>
                    <a:pt x="1462" y="2984"/>
                    <a:pt x="1493" y="3015"/>
                    <a:pt x="1534" y="3015"/>
                  </a:cubicBezTo>
                  <a:cubicBezTo>
                    <a:pt x="1562" y="3015"/>
                    <a:pt x="1594" y="3001"/>
                    <a:pt x="1635" y="2973"/>
                  </a:cubicBezTo>
                  <a:cubicBezTo>
                    <a:pt x="1935" y="2772"/>
                    <a:pt x="2237" y="2577"/>
                    <a:pt x="2543" y="2391"/>
                  </a:cubicBezTo>
                  <a:cubicBezTo>
                    <a:pt x="2646" y="2329"/>
                    <a:pt x="2661" y="2282"/>
                    <a:pt x="2594" y="2179"/>
                  </a:cubicBezTo>
                  <a:cubicBezTo>
                    <a:pt x="2145" y="1487"/>
                    <a:pt x="1703" y="791"/>
                    <a:pt x="1258" y="95"/>
                  </a:cubicBezTo>
                  <a:cubicBezTo>
                    <a:pt x="1234" y="59"/>
                    <a:pt x="1226" y="5"/>
                    <a:pt x="1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6"/>
            <p:cNvSpPr/>
            <p:nvPr/>
          </p:nvSpPr>
          <p:spPr>
            <a:xfrm>
              <a:off x="1834250" y="647825"/>
              <a:ext cx="66025" cy="75600"/>
            </a:xfrm>
            <a:custGeom>
              <a:rect b="b" l="l" r="r" t="t"/>
              <a:pathLst>
                <a:path extrusionOk="0" h="3024" w="2641">
                  <a:moveTo>
                    <a:pt x="1484" y="1"/>
                  </a:moveTo>
                  <a:cubicBezTo>
                    <a:pt x="1461" y="29"/>
                    <a:pt x="1437" y="57"/>
                    <a:pt x="1418" y="87"/>
                  </a:cubicBezTo>
                  <a:cubicBezTo>
                    <a:pt x="964" y="795"/>
                    <a:pt x="514" y="1504"/>
                    <a:pt x="58" y="2211"/>
                  </a:cubicBezTo>
                  <a:cubicBezTo>
                    <a:pt x="0" y="2303"/>
                    <a:pt x="26" y="2340"/>
                    <a:pt x="105" y="2389"/>
                  </a:cubicBezTo>
                  <a:cubicBezTo>
                    <a:pt x="416" y="2582"/>
                    <a:pt x="728" y="2777"/>
                    <a:pt x="1032" y="2982"/>
                  </a:cubicBezTo>
                  <a:cubicBezTo>
                    <a:pt x="1072" y="3010"/>
                    <a:pt x="1104" y="3024"/>
                    <a:pt x="1131" y="3024"/>
                  </a:cubicBezTo>
                  <a:cubicBezTo>
                    <a:pt x="1172" y="3024"/>
                    <a:pt x="1204" y="2992"/>
                    <a:pt x="1240" y="2933"/>
                  </a:cubicBezTo>
                  <a:cubicBezTo>
                    <a:pt x="1677" y="2241"/>
                    <a:pt x="2116" y="1551"/>
                    <a:pt x="2559" y="864"/>
                  </a:cubicBezTo>
                  <a:cubicBezTo>
                    <a:pt x="2617" y="774"/>
                    <a:pt x="2641" y="720"/>
                    <a:pt x="2525" y="652"/>
                  </a:cubicBezTo>
                  <a:cubicBezTo>
                    <a:pt x="2212" y="463"/>
                    <a:pt x="1906" y="260"/>
                    <a:pt x="1596" y="63"/>
                  </a:cubicBezTo>
                  <a:cubicBezTo>
                    <a:pt x="1566" y="42"/>
                    <a:pt x="1529" y="27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6"/>
            <p:cNvSpPr/>
            <p:nvPr/>
          </p:nvSpPr>
          <p:spPr>
            <a:xfrm>
              <a:off x="1728275" y="594250"/>
              <a:ext cx="55075" cy="75525"/>
            </a:xfrm>
            <a:custGeom>
              <a:rect b="b" l="l" r="r" t="t"/>
              <a:pathLst>
                <a:path extrusionOk="0" h="3021" w="2203">
                  <a:moveTo>
                    <a:pt x="946" y="0"/>
                  </a:moveTo>
                  <a:cubicBezTo>
                    <a:pt x="901" y="0"/>
                    <a:pt x="878" y="31"/>
                    <a:pt x="855" y="96"/>
                  </a:cubicBezTo>
                  <a:cubicBezTo>
                    <a:pt x="590" y="893"/>
                    <a:pt x="318" y="1688"/>
                    <a:pt x="48" y="2482"/>
                  </a:cubicBezTo>
                  <a:cubicBezTo>
                    <a:pt x="33" y="2532"/>
                    <a:pt x="1" y="2585"/>
                    <a:pt x="80" y="2611"/>
                  </a:cubicBezTo>
                  <a:cubicBezTo>
                    <a:pt x="472" y="2744"/>
                    <a:pt x="862" y="2876"/>
                    <a:pt x="1279" y="3018"/>
                  </a:cubicBezTo>
                  <a:cubicBezTo>
                    <a:pt x="1286" y="3019"/>
                    <a:pt x="1291" y="3020"/>
                    <a:pt x="1296" y="3020"/>
                  </a:cubicBezTo>
                  <a:cubicBezTo>
                    <a:pt x="1344" y="3020"/>
                    <a:pt x="1345" y="2954"/>
                    <a:pt x="1363" y="2904"/>
                  </a:cubicBezTo>
                  <a:cubicBezTo>
                    <a:pt x="1630" y="2116"/>
                    <a:pt x="1894" y="1328"/>
                    <a:pt x="2166" y="542"/>
                  </a:cubicBezTo>
                  <a:cubicBezTo>
                    <a:pt x="2202" y="439"/>
                    <a:pt x="2172" y="407"/>
                    <a:pt x="2082" y="377"/>
                  </a:cubicBezTo>
                  <a:cubicBezTo>
                    <a:pt x="1727" y="261"/>
                    <a:pt x="1371" y="143"/>
                    <a:pt x="1020" y="17"/>
                  </a:cubicBezTo>
                  <a:cubicBezTo>
                    <a:pt x="990" y="6"/>
                    <a:pt x="966" y="0"/>
                    <a:pt x="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6"/>
            <p:cNvSpPr/>
            <p:nvPr/>
          </p:nvSpPr>
          <p:spPr>
            <a:xfrm>
              <a:off x="1478600" y="593900"/>
              <a:ext cx="55175" cy="75475"/>
            </a:xfrm>
            <a:custGeom>
              <a:rect b="b" l="l" r="r" t="t"/>
              <a:pathLst>
                <a:path extrusionOk="0" h="3019" w="2207">
                  <a:moveTo>
                    <a:pt x="1298" y="1"/>
                  </a:moveTo>
                  <a:cubicBezTo>
                    <a:pt x="1292" y="1"/>
                    <a:pt x="1286" y="2"/>
                    <a:pt x="1279" y="3"/>
                  </a:cubicBezTo>
                  <a:cubicBezTo>
                    <a:pt x="866" y="143"/>
                    <a:pt x="476" y="277"/>
                    <a:pt x="84" y="410"/>
                  </a:cubicBezTo>
                  <a:cubicBezTo>
                    <a:pt x="1" y="438"/>
                    <a:pt x="41" y="492"/>
                    <a:pt x="56" y="539"/>
                  </a:cubicBezTo>
                  <a:cubicBezTo>
                    <a:pt x="326" y="1333"/>
                    <a:pt x="596" y="2130"/>
                    <a:pt x="862" y="2927"/>
                  </a:cubicBezTo>
                  <a:cubicBezTo>
                    <a:pt x="884" y="2991"/>
                    <a:pt x="909" y="3018"/>
                    <a:pt x="952" y="3018"/>
                  </a:cubicBezTo>
                  <a:cubicBezTo>
                    <a:pt x="972" y="3018"/>
                    <a:pt x="997" y="3013"/>
                    <a:pt x="1027" y="3002"/>
                  </a:cubicBezTo>
                  <a:cubicBezTo>
                    <a:pt x="1378" y="2873"/>
                    <a:pt x="1733" y="2755"/>
                    <a:pt x="2089" y="2640"/>
                  </a:cubicBezTo>
                  <a:cubicBezTo>
                    <a:pt x="2183" y="2610"/>
                    <a:pt x="2207" y="2576"/>
                    <a:pt x="2172" y="2477"/>
                  </a:cubicBezTo>
                  <a:cubicBezTo>
                    <a:pt x="1903" y="1691"/>
                    <a:pt x="1637" y="903"/>
                    <a:pt x="1369" y="115"/>
                  </a:cubicBezTo>
                  <a:cubicBezTo>
                    <a:pt x="1352" y="63"/>
                    <a:pt x="1347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6"/>
            <p:cNvSpPr/>
            <p:nvPr/>
          </p:nvSpPr>
          <p:spPr>
            <a:xfrm>
              <a:off x="1613800" y="575700"/>
              <a:ext cx="34725" cy="69175"/>
            </a:xfrm>
            <a:custGeom>
              <a:rect b="b" l="l" r="r" t="t"/>
              <a:pathLst>
                <a:path extrusionOk="0" h="2767" w="1389">
                  <a:moveTo>
                    <a:pt x="148" y="1"/>
                  </a:moveTo>
                  <a:cubicBezTo>
                    <a:pt x="33" y="1"/>
                    <a:pt x="1" y="40"/>
                    <a:pt x="3" y="157"/>
                  </a:cubicBezTo>
                  <a:cubicBezTo>
                    <a:pt x="9" y="562"/>
                    <a:pt x="7" y="967"/>
                    <a:pt x="7" y="1374"/>
                  </a:cubicBezTo>
                  <a:cubicBezTo>
                    <a:pt x="7" y="1787"/>
                    <a:pt x="9" y="2201"/>
                    <a:pt x="3" y="2612"/>
                  </a:cubicBezTo>
                  <a:cubicBezTo>
                    <a:pt x="1" y="2728"/>
                    <a:pt x="31" y="2766"/>
                    <a:pt x="145" y="2766"/>
                  </a:cubicBezTo>
                  <a:cubicBezTo>
                    <a:pt x="148" y="2766"/>
                    <a:pt x="151" y="2766"/>
                    <a:pt x="155" y="2766"/>
                  </a:cubicBezTo>
                  <a:cubicBezTo>
                    <a:pt x="335" y="2763"/>
                    <a:pt x="515" y="2761"/>
                    <a:pt x="694" y="2761"/>
                  </a:cubicBezTo>
                  <a:cubicBezTo>
                    <a:pt x="874" y="2761"/>
                    <a:pt x="1054" y="2763"/>
                    <a:pt x="1234" y="2766"/>
                  </a:cubicBezTo>
                  <a:cubicBezTo>
                    <a:pt x="1238" y="2766"/>
                    <a:pt x="1242" y="2766"/>
                    <a:pt x="1245" y="2766"/>
                  </a:cubicBezTo>
                  <a:cubicBezTo>
                    <a:pt x="1354" y="2766"/>
                    <a:pt x="1388" y="2734"/>
                    <a:pt x="1388" y="2616"/>
                  </a:cubicBezTo>
                  <a:cubicBezTo>
                    <a:pt x="1384" y="1796"/>
                    <a:pt x="1384" y="978"/>
                    <a:pt x="1388" y="159"/>
                  </a:cubicBezTo>
                  <a:cubicBezTo>
                    <a:pt x="1388" y="46"/>
                    <a:pt x="1364" y="1"/>
                    <a:pt x="1245" y="1"/>
                  </a:cubicBezTo>
                  <a:cubicBezTo>
                    <a:pt x="1242" y="1"/>
                    <a:pt x="1239" y="1"/>
                    <a:pt x="1236" y="1"/>
                  </a:cubicBezTo>
                  <a:cubicBezTo>
                    <a:pt x="1056" y="5"/>
                    <a:pt x="877" y="7"/>
                    <a:pt x="697" y="7"/>
                  </a:cubicBezTo>
                  <a:cubicBezTo>
                    <a:pt x="517" y="7"/>
                    <a:pt x="337" y="5"/>
                    <a:pt x="157" y="1"/>
                  </a:cubicBezTo>
                  <a:cubicBezTo>
                    <a:pt x="154" y="1"/>
                    <a:pt x="151" y="1"/>
                    <a:pt x="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6"/>
            <p:cNvSpPr/>
            <p:nvPr/>
          </p:nvSpPr>
          <p:spPr>
            <a:xfrm>
              <a:off x="1527325" y="752975"/>
              <a:ext cx="1575" cy="1050"/>
            </a:xfrm>
            <a:custGeom>
              <a:rect b="b" l="l" r="r" t="t"/>
              <a:pathLst>
                <a:path extrusionOk="0" h="42" w="63">
                  <a:moveTo>
                    <a:pt x="46" y="0"/>
                  </a:moveTo>
                  <a:cubicBezTo>
                    <a:pt x="39" y="0"/>
                    <a:pt x="16" y="13"/>
                    <a:pt x="1" y="18"/>
                  </a:cubicBezTo>
                  <a:lnTo>
                    <a:pt x="24" y="42"/>
                  </a:lnTo>
                  <a:cubicBezTo>
                    <a:pt x="46" y="35"/>
                    <a:pt x="63" y="25"/>
                    <a:pt x="48" y="1"/>
                  </a:cubicBezTo>
                  <a:cubicBezTo>
                    <a:pt x="48" y="1"/>
                    <a:pt x="47" y="0"/>
                    <a:pt x="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6"/>
            <p:cNvSpPr/>
            <p:nvPr/>
          </p:nvSpPr>
          <p:spPr>
            <a:xfrm>
              <a:off x="1733425" y="752975"/>
              <a:ext cx="1625" cy="1125"/>
            </a:xfrm>
            <a:custGeom>
              <a:rect b="b" l="l" r="r" t="t"/>
              <a:pathLst>
                <a:path extrusionOk="0" h="45" w="65">
                  <a:moveTo>
                    <a:pt x="20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0" y="23"/>
                    <a:pt x="17" y="35"/>
                    <a:pt x="39" y="44"/>
                  </a:cubicBezTo>
                  <a:lnTo>
                    <a:pt x="64" y="16"/>
                  </a:lnTo>
                  <a:cubicBezTo>
                    <a:pt x="49" y="12"/>
                    <a:pt x="28" y="0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1579325" y="765575"/>
              <a:ext cx="103625" cy="103425"/>
            </a:xfrm>
            <a:custGeom>
              <a:rect b="b" l="l" r="r" t="t"/>
              <a:pathLst>
                <a:path extrusionOk="0" h="4137" w="4145">
                  <a:moveTo>
                    <a:pt x="2076" y="1380"/>
                  </a:moveTo>
                  <a:cubicBezTo>
                    <a:pt x="2448" y="1380"/>
                    <a:pt x="2772" y="1708"/>
                    <a:pt x="2765" y="2084"/>
                  </a:cubicBezTo>
                  <a:cubicBezTo>
                    <a:pt x="2757" y="2459"/>
                    <a:pt x="2451" y="2757"/>
                    <a:pt x="2077" y="2757"/>
                  </a:cubicBezTo>
                  <a:cubicBezTo>
                    <a:pt x="2075" y="2757"/>
                    <a:pt x="2072" y="2757"/>
                    <a:pt x="2069" y="2757"/>
                  </a:cubicBezTo>
                  <a:cubicBezTo>
                    <a:pt x="1690" y="2755"/>
                    <a:pt x="1386" y="2448"/>
                    <a:pt x="1384" y="2072"/>
                  </a:cubicBezTo>
                  <a:cubicBezTo>
                    <a:pt x="1390" y="1695"/>
                    <a:pt x="1692" y="1390"/>
                    <a:pt x="2069" y="1380"/>
                  </a:cubicBezTo>
                  <a:cubicBezTo>
                    <a:pt x="2072" y="1380"/>
                    <a:pt x="2074" y="1380"/>
                    <a:pt x="2076" y="1380"/>
                  </a:cubicBezTo>
                  <a:close/>
                  <a:moveTo>
                    <a:pt x="2079" y="0"/>
                  </a:moveTo>
                  <a:cubicBezTo>
                    <a:pt x="2075" y="0"/>
                    <a:pt x="2071" y="0"/>
                    <a:pt x="2067" y="1"/>
                  </a:cubicBezTo>
                  <a:cubicBezTo>
                    <a:pt x="934" y="7"/>
                    <a:pt x="9" y="934"/>
                    <a:pt x="7" y="2063"/>
                  </a:cubicBezTo>
                  <a:cubicBezTo>
                    <a:pt x="0" y="3207"/>
                    <a:pt x="928" y="4136"/>
                    <a:pt x="2071" y="4136"/>
                  </a:cubicBezTo>
                  <a:cubicBezTo>
                    <a:pt x="2074" y="4136"/>
                    <a:pt x="2077" y="4136"/>
                    <a:pt x="2079" y="4136"/>
                  </a:cubicBezTo>
                  <a:cubicBezTo>
                    <a:pt x="3219" y="4136"/>
                    <a:pt x="4145" y="3213"/>
                    <a:pt x="4145" y="2072"/>
                  </a:cubicBezTo>
                  <a:cubicBezTo>
                    <a:pt x="4142" y="936"/>
                    <a:pt x="3206" y="0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" name="Google Shape;663;p46"/>
          <p:cNvGrpSpPr/>
          <p:nvPr/>
        </p:nvGrpSpPr>
        <p:grpSpPr>
          <a:xfrm>
            <a:off x="702487" y="2282166"/>
            <a:ext cx="473977" cy="427103"/>
            <a:chOff x="5629450" y="569025"/>
            <a:chExt cx="628450" cy="566300"/>
          </a:xfrm>
        </p:grpSpPr>
        <p:sp>
          <p:nvSpPr>
            <p:cNvPr id="664" name="Google Shape;664;p46"/>
            <p:cNvSpPr/>
            <p:nvPr/>
          </p:nvSpPr>
          <p:spPr>
            <a:xfrm>
              <a:off x="5629450" y="758250"/>
              <a:ext cx="628450" cy="377075"/>
            </a:xfrm>
            <a:custGeom>
              <a:rect b="b" l="l" r="r" t="t"/>
              <a:pathLst>
                <a:path extrusionOk="0" h="15083" w="25138">
                  <a:moveTo>
                    <a:pt x="3303" y="7359"/>
                  </a:moveTo>
                  <a:cubicBezTo>
                    <a:pt x="3305" y="7359"/>
                    <a:pt x="3308" y="7359"/>
                    <a:pt x="3311" y="7359"/>
                  </a:cubicBezTo>
                  <a:cubicBezTo>
                    <a:pt x="3712" y="7366"/>
                    <a:pt x="4114" y="7369"/>
                    <a:pt x="4515" y="7369"/>
                  </a:cubicBezTo>
                  <a:cubicBezTo>
                    <a:pt x="4955" y="7369"/>
                    <a:pt x="5395" y="7366"/>
                    <a:pt x="5834" y="7361"/>
                  </a:cubicBezTo>
                  <a:cubicBezTo>
                    <a:pt x="5838" y="7361"/>
                    <a:pt x="5842" y="7361"/>
                    <a:pt x="5846" y="7361"/>
                  </a:cubicBezTo>
                  <a:cubicBezTo>
                    <a:pt x="5997" y="7361"/>
                    <a:pt x="6040" y="7404"/>
                    <a:pt x="6040" y="7563"/>
                  </a:cubicBezTo>
                  <a:cubicBezTo>
                    <a:pt x="6033" y="9507"/>
                    <a:pt x="6033" y="11452"/>
                    <a:pt x="6040" y="13397"/>
                  </a:cubicBezTo>
                  <a:cubicBezTo>
                    <a:pt x="6040" y="13570"/>
                    <a:pt x="5985" y="13609"/>
                    <a:pt x="5830" y="13609"/>
                  </a:cubicBezTo>
                  <a:cubicBezTo>
                    <a:pt x="5826" y="13609"/>
                    <a:pt x="5822" y="13609"/>
                    <a:pt x="5817" y="13609"/>
                  </a:cubicBezTo>
                  <a:cubicBezTo>
                    <a:pt x="5396" y="13604"/>
                    <a:pt x="4975" y="13602"/>
                    <a:pt x="4555" y="13602"/>
                  </a:cubicBezTo>
                  <a:cubicBezTo>
                    <a:pt x="4134" y="13602"/>
                    <a:pt x="3714" y="13604"/>
                    <a:pt x="3294" y="13609"/>
                  </a:cubicBezTo>
                  <a:cubicBezTo>
                    <a:pt x="3291" y="13609"/>
                    <a:pt x="3287" y="13609"/>
                    <a:pt x="3283" y="13609"/>
                  </a:cubicBezTo>
                  <a:cubicBezTo>
                    <a:pt x="3121" y="13609"/>
                    <a:pt x="3076" y="13560"/>
                    <a:pt x="3076" y="13392"/>
                  </a:cubicBezTo>
                  <a:cubicBezTo>
                    <a:pt x="3084" y="12420"/>
                    <a:pt x="3080" y="11448"/>
                    <a:pt x="3080" y="10475"/>
                  </a:cubicBezTo>
                  <a:cubicBezTo>
                    <a:pt x="3080" y="9520"/>
                    <a:pt x="3084" y="8563"/>
                    <a:pt x="3078" y="7607"/>
                  </a:cubicBezTo>
                  <a:cubicBezTo>
                    <a:pt x="3076" y="7432"/>
                    <a:pt x="3103" y="7359"/>
                    <a:pt x="3303" y="7359"/>
                  </a:cubicBezTo>
                  <a:close/>
                  <a:moveTo>
                    <a:pt x="21877" y="1474"/>
                  </a:moveTo>
                  <a:cubicBezTo>
                    <a:pt x="22042" y="1474"/>
                    <a:pt x="22081" y="1526"/>
                    <a:pt x="22081" y="1692"/>
                  </a:cubicBezTo>
                  <a:cubicBezTo>
                    <a:pt x="22075" y="3645"/>
                    <a:pt x="22077" y="5599"/>
                    <a:pt x="22077" y="7552"/>
                  </a:cubicBezTo>
                  <a:cubicBezTo>
                    <a:pt x="22077" y="9488"/>
                    <a:pt x="22075" y="11426"/>
                    <a:pt x="22081" y="13360"/>
                  </a:cubicBezTo>
                  <a:cubicBezTo>
                    <a:pt x="22081" y="13540"/>
                    <a:pt x="22052" y="13611"/>
                    <a:pt x="21855" y="13611"/>
                  </a:cubicBezTo>
                  <a:cubicBezTo>
                    <a:pt x="21852" y="13611"/>
                    <a:pt x="21849" y="13611"/>
                    <a:pt x="21846" y="13611"/>
                  </a:cubicBezTo>
                  <a:cubicBezTo>
                    <a:pt x="21429" y="13603"/>
                    <a:pt x="21013" y="13601"/>
                    <a:pt x="20596" y="13601"/>
                  </a:cubicBezTo>
                  <a:cubicBezTo>
                    <a:pt x="20179" y="13601"/>
                    <a:pt x="19762" y="13603"/>
                    <a:pt x="19344" y="13606"/>
                  </a:cubicBezTo>
                  <a:cubicBezTo>
                    <a:pt x="19338" y="13607"/>
                    <a:pt x="19331" y="13607"/>
                    <a:pt x="19324" y="13607"/>
                  </a:cubicBezTo>
                  <a:cubicBezTo>
                    <a:pt x="19182" y="13607"/>
                    <a:pt x="19119" y="13581"/>
                    <a:pt x="19119" y="13401"/>
                  </a:cubicBezTo>
                  <a:cubicBezTo>
                    <a:pt x="19124" y="9494"/>
                    <a:pt x="19124" y="5588"/>
                    <a:pt x="19119" y="1681"/>
                  </a:cubicBezTo>
                  <a:cubicBezTo>
                    <a:pt x="19119" y="1534"/>
                    <a:pt x="19146" y="1474"/>
                    <a:pt x="19310" y="1474"/>
                  </a:cubicBezTo>
                  <a:cubicBezTo>
                    <a:pt x="19313" y="1474"/>
                    <a:pt x="19316" y="1474"/>
                    <a:pt x="19319" y="1474"/>
                  </a:cubicBezTo>
                  <a:cubicBezTo>
                    <a:pt x="19743" y="1479"/>
                    <a:pt x="20167" y="1482"/>
                    <a:pt x="20592" y="1482"/>
                  </a:cubicBezTo>
                  <a:cubicBezTo>
                    <a:pt x="21017" y="1482"/>
                    <a:pt x="21442" y="1479"/>
                    <a:pt x="21867" y="1474"/>
                  </a:cubicBezTo>
                  <a:cubicBezTo>
                    <a:pt x="21871" y="1474"/>
                    <a:pt x="21874" y="1474"/>
                    <a:pt x="21877" y="1474"/>
                  </a:cubicBezTo>
                  <a:close/>
                  <a:moveTo>
                    <a:pt x="11292" y="4418"/>
                  </a:moveTo>
                  <a:cubicBezTo>
                    <a:pt x="11297" y="4418"/>
                    <a:pt x="11303" y="4418"/>
                    <a:pt x="11309" y="4418"/>
                  </a:cubicBezTo>
                  <a:cubicBezTo>
                    <a:pt x="11733" y="4423"/>
                    <a:pt x="12157" y="4425"/>
                    <a:pt x="12582" y="4425"/>
                  </a:cubicBezTo>
                  <a:cubicBezTo>
                    <a:pt x="13007" y="4425"/>
                    <a:pt x="13432" y="4423"/>
                    <a:pt x="13857" y="4418"/>
                  </a:cubicBezTo>
                  <a:cubicBezTo>
                    <a:pt x="13861" y="4418"/>
                    <a:pt x="13864" y="4418"/>
                    <a:pt x="13867" y="4418"/>
                  </a:cubicBezTo>
                  <a:cubicBezTo>
                    <a:pt x="14024" y="4418"/>
                    <a:pt x="14056" y="4469"/>
                    <a:pt x="14056" y="4622"/>
                  </a:cubicBezTo>
                  <a:cubicBezTo>
                    <a:pt x="14050" y="6091"/>
                    <a:pt x="14052" y="7563"/>
                    <a:pt x="14052" y="9034"/>
                  </a:cubicBezTo>
                  <a:cubicBezTo>
                    <a:pt x="14052" y="10473"/>
                    <a:pt x="14046" y="11912"/>
                    <a:pt x="14059" y="13352"/>
                  </a:cubicBezTo>
                  <a:cubicBezTo>
                    <a:pt x="14061" y="13571"/>
                    <a:pt x="13998" y="13611"/>
                    <a:pt x="13805" y="13611"/>
                  </a:cubicBezTo>
                  <a:cubicBezTo>
                    <a:pt x="13799" y="13611"/>
                    <a:pt x="13794" y="13611"/>
                    <a:pt x="13789" y="13611"/>
                  </a:cubicBezTo>
                  <a:cubicBezTo>
                    <a:pt x="13376" y="13605"/>
                    <a:pt x="12964" y="13603"/>
                    <a:pt x="12551" y="13603"/>
                  </a:cubicBezTo>
                  <a:cubicBezTo>
                    <a:pt x="12138" y="13603"/>
                    <a:pt x="11725" y="13605"/>
                    <a:pt x="11313" y="13611"/>
                  </a:cubicBezTo>
                  <a:cubicBezTo>
                    <a:pt x="11309" y="13611"/>
                    <a:pt x="11306" y="13611"/>
                    <a:pt x="11303" y="13611"/>
                  </a:cubicBezTo>
                  <a:cubicBezTo>
                    <a:pt x="11136" y="13611"/>
                    <a:pt x="11103" y="13558"/>
                    <a:pt x="11103" y="13392"/>
                  </a:cubicBezTo>
                  <a:cubicBezTo>
                    <a:pt x="11107" y="10475"/>
                    <a:pt x="11107" y="7556"/>
                    <a:pt x="11103" y="4639"/>
                  </a:cubicBezTo>
                  <a:cubicBezTo>
                    <a:pt x="11101" y="4483"/>
                    <a:pt x="11123" y="4418"/>
                    <a:pt x="11292" y="4418"/>
                  </a:cubicBezTo>
                  <a:close/>
                  <a:moveTo>
                    <a:pt x="17914" y="0"/>
                  </a:moveTo>
                  <a:cubicBezTo>
                    <a:pt x="17706" y="0"/>
                    <a:pt x="17646" y="54"/>
                    <a:pt x="17646" y="276"/>
                  </a:cubicBezTo>
                  <a:cubicBezTo>
                    <a:pt x="17648" y="4635"/>
                    <a:pt x="17650" y="8993"/>
                    <a:pt x="17657" y="13349"/>
                  </a:cubicBezTo>
                  <a:cubicBezTo>
                    <a:pt x="17657" y="13536"/>
                    <a:pt x="17627" y="13609"/>
                    <a:pt x="17436" y="13609"/>
                  </a:cubicBezTo>
                  <a:cubicBezTo>
                    <a:pt x="17428" y="13609"/>
                    <a:pt x="17419" y="13609"/>
                    <a:pt x="17410" y="13609"/>
                  </a:cubicBezTo>
                  <a:cubicBezTo>
                    <a:pt x="17136" y="13600"/>
                    <a:pt x="16862" y="13596"/>
                    <a:pt x="16588" y="13596"/>
                  </a:cubicBezTo>
                  <a:cubicBezTo>
                    <a:pt x="16314" y="13596"/>
                    <a:pt x="16041" y="13600"/>
                    <a:pt x="15768" y="13609"/>
                  </a:cubicBezTo>
                  <a:cubicBezTo>
                    <a:pt x="15759" y="13609"/>
                    <a:pt x="15750" y="13609"/>
                    <a:pt x="15742" y="13609"/>
                  </a:cubicBezTo>
                  <a:cubicBezTo>
                    <a:pt x="15549" y="13609"/>
                    <a:pt x="15521" y="13536"/>
                    <a:pt x="15521" y="13349"/>
                  </a:cubicBezTo>
                  <a:cubicBezTo>
                    <a:pt x="15528" y="9957"/>
                    <a:pt x="15524" y="6564"/>
                    <a:pt x="15530" y="3172"/>
                  </a:cubicBezTo>
                  <a:cubicBezTo>
                    <a:pt x="15530" y="2990"/>
                    <a:pt x="15491" y="2943"/>
                    <a:pt x="15305" y="2943"/>
                  </a:cubicBezTo>
                  <a:cubicBezTo>
                    <a:pt x="14407" y="2948"/>
                    <a:pt x="13508" y="2951"/>
                    <a:pt x="12608" y="2951"/>
                  </a:cubicBezTo>
                  <a:cubicBezTo>
                    <a:pt x="11709" y="2951"/>
                    <a:pt x="10810" y="2948"/>
                    <a:pt x="9910" y="2943"/>
                  </a:cubicBezTo>
                  <a:cubicBezTo>
                    <a:pt x="9696" y="2943"/>
                    <a:pt x="9629" y="2984"/>
                    <a:pt x="9629" y="3215"/>
                  </a:cubicBezTo>
                  <a:cubicBezTo>
                    <a:pt x="9638" y="6599"/>
                    <a:pt x="9634" y="9985"/>
                    <a:pt x="9640" y="13369"/>
                  </a:cubicBezTo>
                  <a:cubicBezTo>
                    <a:pt x="9640" y="13553"/>
                    <a:pt x="9594" y="13607"/>
                    <a:pt x="9428" y="13607"/>
                  </a:cubicBezTo>
                  <a:cubicBezTo>
                    <a:pt x="9419" y="13607"/>
                    <a:pt x="9409" y="13607"/>
                    <a:pt x="9398" y="13606"/>
                  </a:cubicBezTo>
                  <a:cubicBezTo>
                    <a:pt x="9115" y="13600"/>
                    <a:pt x="8831" y="13596"/>
                    <a:pt x="8546" y="13596"/>
                  </a:cubicBezTo>
                  <a:cubicBezTo>
                    <a:pt x="8283" y="13596"/>
                    <a:pt x="8019" y="13599"/>
                    <a:pt x="7755" y="13606"/>
                  </a:cubicBezTo>
                  <a:cubicBezTo>
                    <a:pt x="7745" y="13607"/>
                    <a:pt x="7735" y="13607"/>
                    <a:pt x="7726" y="13607"/>
                  </a:cubicBezTo>
                  <a:cubicBezTo>
                    <a:pt x="7547" y="13607"/>
                    <a:pt x="7503" y="13547"/>
                    <a:pt x="7503" y="13354"/>
                  </a:cubicBezTo>
                  <a:cubicBezTo>
                    <a:pt x="7511" y="10951"/>
                    <a:pt x="7507" y="8548"/>
                    <a:pt x="7513" y="6143"/>
                  </a:cubicBezTo>
                  <a:cubicBezTo>
                    <a:pt x="7513" y="5943"/>
                    <a:pt x="7473" y="5886"/>
                    <a:pt x="7263" y="5886"/>
                  </a:cubicBezTo>
                  <a:cubicBezTo>
                    <a:pt x="6372" y="5892"/>
                    <a:pt x="5481" y="5895"/>
                    <a:pt x="4590" y="5895"/>
                  </a:cubicBezTo>
                  <a:cubicBezTo>
                    <a:pt x="3699" y="5895"/>
                    <a:pt x="2808" y="5892"/>
                    <a:pt x="1917" y="5886"/>
                  </a:cubicBezTo>
                  <a:cubicBezTo>
                    <a:pt x="1913" y="5886"/>
                    <a:pt x="1910" y="5886"/>
                    <a:pt x="1906" y="5886"/>
                  </a:cubicBezTo>
                  <a:cubicBezTo>
                    <a:pt x="1652" y="5886"/>
                    <a:pt x="1604" y="5962"/>
                    <a:pt x="1604" y="6207"/>
                  </a:cubicBezTo>
                  <a:cubicBezTo>
                    <a:pt x="1615" y="8593"/>
                    <a:pt x="1607" y="10981"/>
                    <a:pt x="1615" y="13369"/>
                  </a:cubicBezTo>
                  <a:cubicBezTo>
                    <a:pt x="1615" y="13549"/>
                    <a:pt x="1572" y="13609"/>
                    <a:pt x="1409" y="13609"/>
                  </a:cubicBezTo>
                  <a:cubicBezTo>
                    <a:pt x="1397" y="13609"/>
                    <a:pt x="1385" y="13609"/>
                    <a:pt x="1373" y="13609"/>
                  </a:cubicBezTo>
                  <a:cubicBezTo>
                    <a:pt x="1238" y="13603"/>
                    <a:pt x="1104" y="13602"/>
                    <a:pt x="969" y="13602"/>
                  </a:cubicBezTo>
                  <a:cubicBezTo>
                    <a:pt x="818" y="13602"/>
                    <a:pt x="666" y="13604"/>
                    <a:pt x="515" y="13604"/>
                  </a:cubicBezTo>
                  <a:cubicBezTo>
                    <a:pt x="408" y="13604"/>
                    <a:pt x="302" y="13603"/>
                    <a:pt x="195" y="13600"/>
                  </a:cubicBezTo>
                  <a:cubicBezTo>
                    <a:pt x="191" y="13600"/>
                    <a:pt x="188" y="13600"/>
                    <a:pt x="184" y="13600"/>
                  </a:cubicBezTo>
                  <a:cubicBezTo>
                    <a:pt x="56" y="13600"/>
                    <a:pt x="11" y="13638"/>
                    <a:pt x="15" y="13776"/>
                  </a:cubicBezTo>
                  <a:cubicBezTo>
                    <a:pt x="26" y="14118"/>
                    <a:pt x="35" y="14463"/>
                    <a:pt x="13" y="14806"/>
                  </a:cubicBezTo>
                  <a:cubicBezTo>
                    <a:pt x="0" y="15031"/>
                    <a:pt x="71" y="15082"/>
                    <a:pt x="292" y="15082"/>
                  </a:cubicBezTo>
                  <a:cubicBezTo>
                    <a:pt x="8492" y="15078"/>
                    <a:pt x="16693" y="15076"/>
                    <a:pt x="24894" y="15076"/>
                  </a:cubicBezTo>
                  <a:cubicBezTo>
                    <a:pt x="24975" y="15076"/>
                    <a:pt x="25056" y="15069"/>
                    <a:pt x="25138" y="15067"/>
                  </a:cubicBezTo>
                  <a:lnTo>
                    <a:pt x="25138" y="13596"/>
                  </a:lnTo>
                  <a:cubicBezTo>
                    <a:pt x="25094" y="13596"/>
                    <a:pt x="25050" y="13596"/>
                    <a:pt x="25006" y="13596"/>
                  </a:cubicBezTo>
                  <a:cubicBezTo>
                    <a:pt x="24847" y="13596"/>
                    <a:pt x="24687" y="13595"/>
                    <a:pt x="24528" y="13595"/>
                  </a:cubicBezTo>
                  <a:cubicBezTo>
                    <a:pt x="24298" y="13595"/>
                    <a:pt x="24069" y="13597"/>
                    <a:pt x="23840" y="13609"/>
                  </a:cubicBezTo>
                  <a:cubicBezTo>
                    <a:pt x="23822" y="13609"/>
                    <a:pt x="23805" y="13610"/>
                    <a:pt x="23789" y="13610"/>
                  </a:cubicBezTo>
                  <a:cubicBezTo>
                    <a:pt x="23602" y="13610"/>
                    <a:pt x="23544" y="13548"/>
                    <a:pt x="23544" y="13324"/>
                  </a:cubicBezTo>
                  <a:cubicBezTo>
                    <a:pt x="23555" y="8974"/>
                    <a:pt x="23549" y="4624"/>
                    <a:pt x="23557" y="274"/>
                  </a:cubicBezTo>
                  <a:cubicBezTo>
                    <a:pt x="23557" y="43"/>
                    <a:pt x="23491" y="0"/>
                    <a:pt x="23274" y="0"/>
                  </a:cubicBezTo>
                  <a:cubicBezTo>
                    <a:pt x="22383" y="4"/>
                    <a:pt x="21493" y="7"/>
                    <a:pt x="20601" y="7"/>
                  </a:cubicBezTo>
                  <a:cubicBezTo>
                    <a:pt x="19710" y="7"/>
                    <a:pt x="18819" y="4"/>
                    <a:pt x="17927" y="0"/>
                  </a:cubicBezTo>
                  <a:cubicBezTo>
                    <a:pt x="17922" y="0"/>
                    <a:pt x="17918" y="0"/>
                    <a:pt x="17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5704675" y="569025"/>
              <a:ext cx="487050" cy="266050"/>
            </a:xfrm>
            <a:custGeom>
              <a:rect b="b" l="l" r="r" t="t"/>
              <a:pathLst>
                <a:path extrusionOk="0" h="10642" w="19482">
                  <a:moveTo>
                    <a:pt x="15383" y="1"/>
                  </a:moveTo>
                  <a:cubicBezTo>
                    <a:pt x="15313" y="1"/>
                    <a:pt x="15295" y="58"/>
                    <a:pt x="15269" y="131"/>
                  </a:cubicBezTo>
                  <a:cubicBezTo>
                    <a:pt x="15147" y="469"/>
                    <a:pt x="15037" y="810"/>
                    <a:pt x="14898" y="1140"/>
                  </a:cubicBezTo>
                  <a:cubicBezTo>
                    <a:pt x="14821" y="1326"/>
                    <a:pt x="14873" y="1386"/>
                    <a:pt x="15048" y="1444"/>
                  </a:cubicBezTo>
                  <a:cubicBezTo>
                    <a:pt x="15562" y="1617"/>
                    <a:pt x="16070" y="1810"/>
                    <a:pt x="16610" y="2007"/>
                  </a:cubicBezTo>
                  <a:cubicBezTo>
                    <a:pt x="16509" y="2056"/>
                    <a:pt x="16436" y="2095"/>
                    <a:pt x="16363" y="2127"/>
                  </a:cubicBezTo>
                  <a:lnTo>
                    <a:pt x="5565" y="6890"/>
                  </a:lnTo>
                  <a:cubicBezTo>
                    <a:pt x="3791" y="7678"/>
                    <a:pt x="2018" y="8458"/>
                    <a:pt x="240" y="9235"/>
                  </a:cubicBezTo>
                  <a:cubicBezTo>
                    <a:pt x="69" y="9310"/>
                    <a:pt x="0" y="9368"/>
                    <a:pt x="101" y="9561"/>
                  </a:cubicBezTo>
                  <a:cubicBezTo>
                    <a:pt x="251" y="9859"/>
                    <a:pt x="386" y="10165"/>
                    <a:pt x="504" y="10478"/>
                  </a:cubicBezTo>
                  <a:cubicBezTo>
                    <a:pt x="548" y="10590"/>
                    <a:pt x="593" y="10641"/>
                    <a:pt x="668" y="10641"/>
                  </a:cubicBezTo>
                  <a:cubicBezTo>
                    <a:pt x="709" y="10641"/>
                    <a:pt x="758" y="10626"/>
                    <a:pt x="821" y="10597"/>
                  </a:cubicBezTo>
                  <a:cubicBezTo>
                    <a:pt x="5455" y="8548"/>
                    <a:pt x="10090" y="6500"/>
                    <a:pt x="14725" y="4457"/>
                  </a:cubicBezTo>
                  <a:cubicBezTo>
                    <a:pt x="15536" y="4100"/>
                    <a:pt x="16352" y="3750"/>
                    <a:pt x="17166" y="3399"/>
                  </a:cubicBezTo>
                  <a:lnTo>
                    <a:pt x="17209" y="3376"/>
                  </a:lnTo>
                  <a:lnTo>
                    <a:pt x="17203" y="3431"/>
                  </a:lnTo>
                  <a:cubicBezTo>
                    <a:pt x="17014" y="3954"/>
                    <a:pt x="16832" y="4476"/>
                    <a:pt x="16635" y="4995"/>
                  </a:cubicBezTo>
                  <a:cubicBezTo>
                    <a:pt x="16584" y="5134"/>
                    <a:pt x="16612" y="5183"/>
                    <a:pt x="16751" y="5230"/>
                  </a:cubicBezTo>
                  <a:cubicBezTo>
                    <a:pt x="17106" y="5350"/>
                    <a:pt x="17458" y="5481"/>
                    <a:pt x="17807" y="5618"/>
                  </a:cubicBezTo>
                  <a:cubicBezTo>
                    <a:pt x="17847" y="5634"/>
                    <a:pt x="17880" y="5643"/>
                    <a:pt x="17907" y="5643"/>
                  </a:cubicBezTo>
                  <a:cubicBezTo>
                    <a:pt x="17955" y="5643"/>
                    <a:pt x="17987" y="5613"/>
                    <a:pt x="18017" y="5528"/>
                  </a:cubicBezTo>
                  <a:cubicBezTo>
                    <a:pt x="18486" y="4226"/>
                    <a:pt x="18959" y="2926"/>
                    <a:pt x="19439" y="1626"/>
                  </a:cubicBezTo>
                  <a:cubicBezTo>
                    <a:pt x="19482" y="1510"/>
                    <a:pt x="19454" y="1478"/>
                    <a:pt x="19347" y="1437"/>
                  </a:cubicBezTo>
                  <a:cubicBezTo>
                    <a:pt x="18051" y="970"/>
                    <a:pt x="16757" y="499"/>
                    <a:pt x="15468" y="20"/>
                  </a:cubicBezTo>
                  <a:cubicBezTo>
                    <a:pt x="15433" y="7"/>
                    <a:pt x="15406" y="1"/>
                    <a:pt x="15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6133825" y="653400"/>
              <a:ext cx="1100" cy="1425"/>
            </a:xfrm>
            <a:custGeom>
              <a:rect b="b" l="l" r="r" t="t"/>
              <a:pathLst>
                <a:path extrusionOk="0" h="57" w="44">
                  <a:moveTo>
                    <a:pt x="43" y="1"/>
                  </a:moveTo>
                  <a:lnTo>
                    <a:pt x="0" y="24"/>
                  </a:lnTo>
                  <a:cubicBezTo>
                    <a:pt x="11" y="35"/>
                    <a:pt x="24" y="46"/>
                    <a:pt x="37" y="56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7" name="Google Shape;667;p46"/>
          <p:cNvGrpSpPr/>
          <p:nvPr/>
        </p:nvGrpSpPr>
        <p:grpSpPr>
          <a:xfrm>
            <a:off x="737270" y="3139386"/>
            <a:ext cx="444111" cy="443979"/>
            <a:chOff x="4547175" y="1522250"/>
            <a:chExt cx="588850" cy="588675"/>
          </a:xfrm>
        </p:grpSpPr>
        <p:sp>
          <p:nvSpPr>
            <p:cNvPr id="668" name="Google Shape;668;p46"/>
            <p:cNvSpPr/>
            <p:nvPr/>
          </p:nvSpPr>
          <p:spPr>
            <a:xfrm>
              <a:off x="4547175" y="1954825"/>
              <a:ext cx="588850" cy="156100"/>
            </a:xfrm>
            <a:custGeom>
              <a:rect b="b" l="l" r="r" t="t"/>
              <a:pathLst>
                <a:path extrusionOk="0" h="6244" w="23554">
                  <a:moveTo>
                    <a:pt x="3494" y="1380"/>
                  </a:moveTo>
                  <a:cubicBezTo>
                    <a:pt x="9015" y="1384"/>
                    <a:pt x="14538" y="1384"/>
                    <a:pt x="20062" y="1384"/>
                  </a:cubicBezTo>
                  <a:cubicBezTo>
                    <a:pt x="20066" y="1384"/>
                    <a:pt x="20069" y="1384"/>
                    <a:pt x="20073" y="1384"/>
                  </a:cubicBezTo>
                  <a:cubicBezTo>
                    <a:pt x="20192" y="1384"/>
                    <a:pt x="20287" y="1386"/>
                    <a:pt x="20360" y="1523"/>
                  </a:cubicBezTo>
                  <a:cubicBezTo>
                    <a:pt x="20932" y="2605"/>
                    <a:pt x="21514" y="3680"/>
                    <a:pt x="22092" y="4757"/>
                  </a:cubicBezTo>
                  <a:cubicBezTo>
                    <a:pt x="22105" y="4781"/>
                    <a:pt x="22114" y="4808"/>
                    <a:pt x="22133" y="4849"/>
                  </a:cubicBezTo>
                  <a:lnTo>
                    <a:pt x="1444" y="4849"/>
                  </a:lnTo>
                  <a:cubicBezTo>
                    <a:pt x="1435" y="4768"/>
                    <a:pt x="1489" y="4716"/>
                    <a:pt x="1521" y="4659"/>
                  </a:cubicBezTo>
                  <a:cubicBezTo>
                    <a:pt x="2074" y="3628"/>
                    <a:pt x="2630" y="2600"/>
                    <a:pt x="3177" y="1568"/>
                  </a:cubicBezTo>
                  <a:cubicBezTo>
                    <a:pt x="3252" y="1425"/>
                    <a:pt x="3335" y="1380"/>
                    <a:pt x="3494" y="1380"/>
                  </a:cubicBezTo>
                  <a:close/>
                  <a:moveTo>
                    <a:pt x="2680" y="0"/>
                  </a:moveTo>
                  <a:cubicBezTo>
                    <a:pt x="2513" y="0"/>
                    <a:pt x="2427" y="47"/>
                    <a:pt x="2346" y="197"/>
                  </a:cubicBezTo>
                  <a:cubicBezTo>
                    <a:pt x="1613" y="1572"/>
                    <a:pt x="876" y="2945"/>
                    <a:pt x="135" y="4316"/>
                  </a:cubicBezTo>
                  <a:cubicBezTo>
                    <a:pt x="101" y="4378"/>
                    <a:pt x="90" y="4461"/>
                    <a:pt x="9" y="4491"/>
                  </a:cubicBezTo>
                  <a:cubicBezTo>
                    <a:pt x="9" y="5005"/>
                    <a:pt x="18" y="5520"/>
                    <a:pt x="5" y="6031"/>
                  </a:cubicBezTo>
                  <a:cubicBezTo>
                    <a:pt x="0" y="6205"/>
                    <a:pt x="43" y="6243"/>
                    <a:pt x="217" y="6243"/>
                  </a:cubicBezTo>
                  <a:cubicBezTo>
                    <a:pt x="7993" y="6241"/>
                    <a:pt x="15772" y="6239"/>
                    <a:pt x="23551" y="6239"/>
                  </a:cubicBezTo>
                  <a:cubicBezTo>
                    <a:pt x="23551" y="5740"/>
                    <a:pt x="23547" y="5243"/>
                    <a:pt x="23553" y="4744"/>
                  </a:cubicBezTo>
                  <a:cubicBezTo>
                    <a:pt x="23553" y="4616"/>
                    <a:pt x="23521" y="4489"/>
                    <a:pt x="23457" y="4376"/>
                  </a:cubicBezTo>
                  <a:cubicBezTo>
                    <a:pt x="22703" y="2986"/>
                    <a:pt x="21955" y="1592"/>
                    <a:pt x="21212" y="197"/>
                  </a:cubicBezTo>
                  <a:cubicBezTo>
                    <a:pt x="21133" y="45"/>
                    <a:pt x="21045" y="0"/>
                    <a:pt x="20878" y="0"/>
                  </a:cubicBezTo>
                  <a:cubicBezTo>
                    <a:pt x="17845" y="2"/>
                    <a:pt x="14812" y="4"/>
                    <a:pt x="11779" y="4"/>
                  </a:cubicBezTo>
                  <a:cubicBezTo>
                    <a:pt x="8746" y="4"/>
                    <a:pt x="5712" y="2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6"/>
            <p:cNvSpPr/>
            <p:nvPr/>
          </p:nvSpPr>
          <p:spPr>
            <a:xfrm>
              <a:off x="4627800" y="1760950"/>
              <a:ext cx="427725" cy="159250"/>
            </a:xfrm>
            <a:custGeom>
              <a:rect b="b" l="l" r="r" t="t"/>
              <a:pathLst>
                <a:path extrusionOk="0" h="6370" w="17109">
                  <a:moveTo>
                    <a:pt x="4424" y="1379"/>
                  </a:moveTo>
                  <a:cubicBezTo>
                    <a:pt x="7180" y="1382"/>
                    <a:pt x="9938" y="1384"/>
                    <a:pt x="12697" y="1384"/>
                  </a:cubicBezTo>
                  <a:cubicBezTo>
                    <a:pt x="12718" y="1384"/>
                    <a:pt x="12739" y="1383"/>
                    <a:pt x="12760" y="1383"/>
                  </a:cubicBezTo>
                  <a:cubicBezTo>
                    <a:pt x="12831" y="1383"/>
                    <a:pt x="12895" y="1393"/>
                    <a:pt x="12945" y="1486"/>
                  </a:cubicBezTo>
                  <a:cubicBezTo>
                    <a:pt x="13562" y="2647"/>
                    <a:pt x="14186" y="3802"/>
                    <a:pt x="14819" y="4982"/>
                  </a:cubicBezTo>
                  <a:lnTo>
                    <a:pt x="2314" y="4982"/>
                  </a:lnTo>
                  <a:cubicBezTo>
                    <a:pt x="2312" y="4896"/>
                    <a:pt x="2367" y="4838"/>
                    <a:pt x="2404" y="4774"/>
                  </a:cubicBezTo>
                  <a:cubicBezTo>
                    <a:pt x="2978" y="3703"/>
                    <a:pt x="3556" y="2634"/>
                    <a:pt x="4126" y="1561"/>
                  </a:cubicBezTo>
                  <a:cubicBezTo>
                    <a:pt x="4196" y="1427"/>
                    <a:pt x="4269" y="1379"/>
                    <a:pt x="4424" y="1379"/>
                  </a:cubicBezTo>
                  <a:close/>
                  <a:moveTo>
                    <a:pt x="3614" y="0"/>
                  </a:moveTo>
                  <a:cubicBezTo>
                    <a:pt x="3454" y="0"/>
                    <a:pt x="3370" y="48"/>
                    <a:pt x="3291" y="197"/>
                  </a:cubicBezTo>
                  <a:cubicBezTo>
                    <a:pt x="2226" y="2183"/>
                    <a:pt x="1160" y="4168"/>
                    <a:pt x="93" y="6155"/>
                  </a:cubicBezTo>
                  <a:cubicBezTo>
                    <a:pt x="59" y="6220"/>
                    <a:pt x="1" y="6275"/>
                    <a:pt x="9" y="6370"/>
                  </a:cubicBezTo>
                  <a:lnTo>
                    <a:pt x="17098" y="6370"/>
                  </a:lnTo>
                  <a:cubicBezTo>
                    <a:pt x="17109" y="6275"/>
                    <a:pt x="17049" y="6220"/>
                    <a:pt x="17015" y="6155"/>
                  </a:cubicBezTo>
                  <a:cubicBezTo>
                    <a:pt x="15946" y="4172"/>
                    <a:pt x="14879" y="2185"/>
                    <a:pt x="13817" y="197"/>
                  </a:cubicBezTo>
                  <a:cubicBezTo>
                    <a:pt x="13738" y="45"/>
                    <a:pt x="13650" y="0"/>
                    <a:pt x="13483" y="0"/>
                  </a:cubicBezTo>
                  <a:cubicBezTo>
                    <a:pt x="11840" y="2"/>
                    <a:pt x="10198" y="3"/>
                    <a:pt x="8555" y="3"/>
                  </a:cubicBezTo>
                  <a:cubicBezTo>
                    <a:pt x="6912" y="3"/>
                    <a:pt x="5268" y="2"/>
                    <a:pt x="3625" y="0"/>
                  </a:cubicBezTo>
                  <a:cubicBezTo>
                    <a:pt x="3621" y="0"/>
                    <a:pt x="3618" y="0"/>
                    <a:pt x="36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6"/>
            <p:cNvSpPr/>
            <p:nvPr/>
          </p:nvSpPr>
          <p:spPr>
            <a:xfrm>
              <a:off x="4731575" y="1522250"/>
              <a:ext cx="220400" cy="204400"/>
            </a:xfrm>
            <a:custGeom>
              <a:rect b="b" l="l" r="r" t="t"/>
              <a:pathLst>
                <a:path extrusionOk="0" h="8176" w="8816">
                  <a:moveTo>
                    <a:pt x="4404" y="2877"/>
                  </a:moveTo>
                  <a:lnTo>
                    <a:pt x="6053" y="5941"/>
                  </a:lnTo>
                  <a:cubicBezTo>
                    <a:pt x="6179" y="6175"/>
                    <a:pt x="6301" y="6413"/>
                    <a:pt x="6432" y="6646"/>
                  </a:cubicBezTo>
                  <a:cubicBezTo>
                    <a:pt x="6486" y="6745"/>
                    <a:pt x="6496" y="6792"/>
                    <a:pt x="6355" y="6792"/>
                  </a:cubicBezTo>
                  <a:lnTo>
                    <a:pt x="2451" y="6792"/>
                  </a:lnTo>
                  <a:cubicBezTo>
                    <a:pt x="2350" y="6792"/>
                    <a:pt x="2303" y="6781"/>
                    <a:pt x="2365" y="6668"/>
                  </a:cubicBezTo>
                  <a:cubicBezTo>
                    <a:pt x="3037" y="5419"/>
                    <a:pt x="3710" y="4168"/>
                    <a:pt x="4404" y="2877"/>
                  </a:cubicBezTo>
                  <a:close/>
                  <a:moveTo>
                    <a:pt x="4406" y="0"/>
                  </a:moveTo>
                  <a:cubicBezTo>
                    <a:pt x="4363" y="73"/>
                    <a:pt x="4335" y="118"/>
                    <a:pt x="4312" y="163"/>
                  </a:cubicBezTo>
                  <a:cubicBezTo>
                    <a:pt x="2909" y="2767"/>
                    <a:pt x="1502" y="5370"/>
                    <a:pt x="95" y="7970"/>
                  </a:cubicBezTo>
                  <a:cubicBezTo>
                    <a:pt x="1" y="8143"/>
                    <a:pt x="22" y="8175"/>
                    <a:pt x="219" y="8175"/>
                  </a:cubicBezTo>
                  <a:cubicBezTo>
                    <a:pt x="3001" y="8173"/>
                    <a:pt x="5783" y="8171"/>
                    <a:pt x="8563" y="8171"/>
                  </a:cubicBezTo>
                  <a:cubicBezTo>
                    <a:pt x="8816" y="8171"/>
                    <a:pt x="8816" y="8171"/>
                    <a:pt x="8698" y="7950"/>
                  </a:cubicBezTo>
                  <a:cubicBezTo>
                    <a:pt x="7479" y="5691"/>
                    <a:pt x="6261" y="3429"/>
                    <a:pt x="5040" y="1170"/>
                  </a:cubicBezTo>
                  <a:cubicBezTo>
                    <a:pt x="4837" y="791"/>
                    <a:pt x="4629" y="409"/>
                    <a:pt x="4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46"/>
          <p:cNvGrpSpPr/>
          <p:nvPr/>
        </p:nvGrpSpPr>
        <p:grpSpPr>
          <a:xfrm>
            <a:off x="7962214" y="2727176"/>
            <a:ext cx="444921" cy="444092"/>
            <a:chOff x="5660925" y="2554900"/>
            <a:chExt cx="589925" cy="588825"/>
          </a:xfrm>
        </p:grpSpPr>
        <p:sp>
          <p:nvSpPr>
            <p:cNvPr id="672" name="Google Shape;672;p46"/>
            <p:cNvSpPr/>
            <p:nvPr/>
          </p:nvSpPr>
          <p:spPr>
            <a:xfrm>
              <a:off x="5775125" y="2554900"/>
              <a:ext cx="475725" cy="474925"/>
            </a:xfrm>
            <a:custGeom>
              <a:rect b="b" l="l" r="r" t="t"/>
              <a:pathLst>
                <a:path extrusionOk="0" h="18997" w="19029">
                  <a:moveTo>
                    <a:pt x="15652" y="1395"/>
                  </a:moveTo>
                  <a:cubicBezTo>
                    <a:pt x="16222" y="1395"/>
                    <a:pt x="16792" y="1436"/>
                    <a:pt x="17357" y="1520"/>
                  </a:cubicBezTo>
                  <a:cubicBezTo>
                    <a:pt x="17458" y="1533"/>
                    <a:pt x="17499" y="1565"/>
                    <a:pt x="17514" y="1670"/>
                  </a:cubicBezTo>
                  <a:cubicBezTo>
                    <a:pt x="17687" y="2848"/>
                    <a:pt x="17681" y="4047"/>
                    <a:pt x="17490" y="5223"/>
                  </a:cubicBezTo>
                  <a:lnTo>
                    <a:pt x="13826" y="1552"/>
                  </a:lnTo>
                  <a:cubicBezTo>
                    <a:pt x="14072" y="1475"/>
                    <a:pt x="14344" y="1465"/>
                    <a:pt x="14612" y="1441"/>
                  </a:cubicBezTo>
                  <a:cubicBezTo>
                    <a:pt x="14958" y="1410"/>
                    <a:pt x="15305" y="1395"/>
                    <a:pt x="15652" y="1395"/>
                  </a:cubicBezTo>
                  <a:close/>
                  <a:moveTo>
                    <a:pt x="3547" y="3704"/>
                  </a:moveTo>
                  <a:cubicBezTo>
                    <a:pt x="3567" y="3704"/>
                    <a:pt x="3588" y="3707"/>
                    <a:pt x="3612" y="3713"/>
                  </a:cubicBezTo>
                  <a:cubicBezTo>
                    <a:pt x="4380" y="3908"/>
                    <a:pt x="5151" y="4096"/>
                    <a:pt x="5947" y="4295"/>
                  </a:cubicBezTo>
                  <a:lnTo>
                    <a:pt x="5947" y="4295"/>
                  </a:lnTo>
                  <a:cubicBezTo>
                    <a:pt x="5320" y="5053"/>
                    <a:pt x="4714" y="5781"/>
                    <a:pt x="4113" y="6513"/>
                  </a:cubicBezTo>
                  <a:cubicBezTo>
                    <a:pt x="4079" y="6553"/>
                    <a:pt x="4053" y="6574"/>
                    <a:pt x="4024" y="6574"/>
                  </a:cubicBezTo>
                  <a:cubicBezTo>
                    <a:pt x="3998" y="6574"/>
                    <a:pt x="3971" y="6557"/>
                    <a:pt x="3935" y="6521"/>
                  </a:cubicBezTo>
                  <a:cubicBezTo>
                    <a:pt x="3426" y="6005"/>
                    <a:pt x="2912" y="5491"/>
                    <a:pt x="2395" y="4979"/>
                  </a:cubicBezTo>
                  <a:cubicBezTo>
                    <a:pt x="2325" y="4911"/>
                    <a:pt x="2320" y="4868"/>
                    <a:pt x="2393" y="4797"/>
                  </a:cubicBezTo>
                  <a:cubicBezTo>
                    <a:pt x="2740" y="4452"/>
                    <a:pt x="3087" y="4107"/>
                    <a:pt x="3432" y="3758"/>
                  </a:cubicBezTo>
                  <a:cubicBezTo>
                    <a:pt x="3470" y="3720"/>
                    <a:pt x="3504" y="3704"/>
                    <a:pt x="3547" y="3704"/>
                  </a:cubicBezTo>
                  <a:close/>
                  <a:moveTo>
                    <a:pt x="12091" y="1965"/>
                  </a:moveTo>
                  <a:cubicBezTo>
                    <a:pt x="12181" y="1965"/>
                    <a:pt x="12258" y="2002"/>
                    <a:pt x="12344" y="2090"/>
                  </a:cubicBezTo>
                  <a:cubicBezTo>
                    <a:pt x="13881" y="3632"/>
                    <a:pt x="15419" y="5172"/>
                    <a:pt x="16957" y="6712"/>
                  </a:cubicBezTo>
                  <a:cubicBezTo>
                    <a:pt x="17013" y="6767"/>
                    <a:pt x="17100" y="6808"/>
                    <a:pt x="17098" y="6902"/>
                  </a:cubicBezTo>
                  <a:lnTo>
                    <a:pt x="17098" y="6900"/>
                  </a:lnTo>
                  <a:cubicBezTo>
                    <a:pt x="17077" y="6967"/>
                    <a:pt x="17060" y="7024"/>
                    <a:pt x="17041" y="7082"/>
                  </a:cubicBezTo>
                  <a:cubicBezTo>
                    <a:pt x="16299" y="9254"/>
                    <a:pt x="15029" y="11053"/>
                    <a:pt x="13256" y="12505"/>
                  </a:cubicBezTo>
                  <a:cubicBezTo>
                    <a:pt x="11905" y="13612"/>
                    <a:pt x="10566" y="14732"/>
                    <a:pt x="9225" y="15853"/>
                  </a:cubicBezTo>
                  <a:cubicBezTo>
                    <a:pt x="9160" y="15906"/>
                    <a:pt x="9110" y="15936"/>
                    <a:pt x="9060" y="15936"/>
                  </a:cubicBezTo>
                  <a:cubicBezTo>
                    <a:pt x="9010" y="15936"/>
                    <a:pt x="8960" y="15907"/>
                    <a:pt x="8896" y="15842"/>
                  </a:cubicBezTo>
                  <a:cubicBezTo>
                    <a:pt x="6998" y="13938"/>
                    <a:pt x="5098" y="12034"/>
                    <a:pt x="3194" y="10134"/>
                  </a:cubicBezTo>
                  <a:cubicBezTo>
                    <a:pt x="3100" y="10042"/>
                    <a:pt x="3031" y="9984"/>
                    <a:pt x="3151" y="9843"/>
                  </a:cubicBezTo>
                  <a:cubicBezTo>
                    <a:pt x="4409" y="8348"/>
                    <a:pt x="5599" y="6797"/>
                    <a:pt x="6917" y="5354"/>
                  </a:cubicBezTo>
                  <a:cubicBezTo>
                    <a:pt x="8315" y="3825"/>
                    <a:pt x="9936" y="2638"/>
                    <a:pt x="11928" y="1996"/>
                  </a:cubicBezTo>
                  <a:cubicBezTo>
                    <a:pt x="11989" y="1976"/>
                    <a:pt x="12042" y="1965"/>
                    <a:pt x="12091" y="1965"/>
                  </a:cubicBezTo>
                  <a:close/>
                  <a:moveTo>
                    <a:pt x="14707" y="13113"/>
                  </a:moveTo>
                  <a:cubicBezTo>
                    <a:pt x="14714" y="13113"/>
                    <a:pt x="14726" y="13115"/>
                    <a:pt x="14745" y="13115"/>
                  </a:cubicBezTo>
                  <a:cubicBezTo>
                    <a:pt x="14935" y="13884"/>
                    <a:pt x="15128" y="14660"/>
                    <a:pt x="15327" y="15435"/>
                  </a:cubicBezTo>
                  <a:cubicBezTo>
                    <a:pt x="15349" y="15518"/>
                    <a:pt x="15316" y="15561"/>
                    <a:pt x="15267" y="15613"/>
                  </a:cubicBezTo>
                  <a:cubicBezTo>
                    <a:pt x="14924" y="15951"/>
                    <a:pt x="14582" y="16292"/>
                    <a:pt x="14246" y="16636"/>
                  </a:cubicBezTo>
                  <a:cubicBezTo>
                    <a:pt x="14208" y="16675"/>
                    <a:pt x="14178" y="16692"/>
                    <a:pt x="14149" y="16692"/>
                  </a:cubicBezTo>
                  <a:cubicBezTo>
                    <a:pt x="14116" y="16692"/>
                    <a:pt x="14085" y="16670"/>
                    <a:pt x="14046" y="16630"/>
                  </a:cubicBezTo>
                  <a:cubicBezTo>
                    <a:pt x="13539" y="16118"/>
                    <a:pt x="13029" y="15611"/>
                    <a:pt x="12519" y="15103"/>
                  </a:cubicBezTo>
                  <a:cubicBezTo>
                    <a:pt x="12455" y="15039"/>
                    <a:pt x="12427" y="15000"/>
                    <a:pt x="12517" y="14927"/>
                  </a:cubicBezTo>
                  <a:cubicBezTo>
                    <a:pt x="13245" y="14323"/>
                    <a:pt x="13976" y="13719"/>
                    <a:pt x="14704" y="13113"/>
                  </a:cubicBezTo>
                  <a:cubicBezTo>
                    <a:pt x="14705" y="13113"/>
                    <a:pt x="14706" y="13113"/>
                    <a:pt x="14707" y="13113"/>
                  </a:cubicBezTo>
                  <a:close/>
                  <a:moveTo>
                    <a:pt x="3580" y="12537"/>
                  </a:moveTo>
                  <a:cubicBezTo>
                    <a:pt x="3614" y="12537"/>
                    <a:pt x="3649" y="12558"/>
                    <a:pt x="3695" y="12604"/>
                  </a:cubicBezTo>
                  <a:cubicBezTo>
                    <a:pt x="4603" y="13514"/>
                    <a:pt x="5512" y="14424"/>
                    <a:pt x="6422" y="15334"/>
                  </a:cubicBezTo>
                  <a:cubicBezTo>
                    <a:pt x="6458" y="15370"/>
                    <a:pt x="6492" y="15409"/>
                    <a:pt x="6534" y="15453"/>
                  </a:cubicBezTo>
                  <a:lnTo>
                    <a:pt x="6534" y="15453"/>
                  </a:lnTo>
                  <a:cubicBezTo>
                    <a:pt x="6492" y="15498"/>
                    <a:pt x="6462" y="15532"/>
                    <a:pt x="6433" y="15563"/>
                  </a:cubicBezTo>
                  <a:cubicBezTo>
                    <a:pt x="5961" y="16035"/>
                    <a:pt x="5486" y="16504"/>
                    <a:pt x="5021" y="16979"/>
                  </a:cubicBezTo>
                  <a:cubicBezTo>
                    <a:pt x="4982" y="17019"/>
                    <a:pt x="4952" y="17038"/>
                    <a:pt x="4924" y="17038"/>
                  </a:cubicBezTo>
                  <a:cubicBezTo>
                    <a:pt x="4893" y="17038"/>
                    <a:pt x="4864" y="17016"/>
                    <a:pt x="4826" y="16977"/>
                  </a:cubicBezTo>
                  <a:cubicBezTo>
                    <a:pt x="3907" y="16056"/>
                    <a:pt x="2986" y="15135"/>
                    <a:pt x="2063" y="14216"/>
                  </a:cubicBezTo>
                  <a:cubicBezTo>
                    <a:pt x="1980" y="14133"/>
                    <a:pt x="1982" y="14088"/>
                    <a:pt x="2066" y="14004"/>
                  </a:cubicBezTo>
                  <a:cubicBezTo>
                    <a:pt x="2535" y="13544"/>
                    <a:pt x="3001" y="13077"/>
                    <a:pt x="3462" y="12608"/>
                  </a:cubicBezTo>
                  <a:cubicBezTo>
                    <a:pt x="3508" y="12561"/>
                    <a:pt x="3544" y="12537"/>
                    <a:pt x="3580" y="12537"/>
                  </a:cubicBezTo>
                  <a:close/>
                  <a:moveTo>
                    <a:pt x="15658" y="0"/>
                  </a:moveTo>
                  <a:cubicBezTo>
                    <a:pt x="15108" y="0"/>
                    <a:pt x="14555" y="36"/>
                    <a:pt x="14001" y="109"/>
                  </a:cubicBezTo>
                  <a:cubicBezTo>
                    <a:pt x="11478" y="441"/>
                    <a:pt x="9240" y="1417"/>
                    <a:pt x="7283" y="3041"/>
                  </a:cubicBezTo>
                  <a:cubicBezTo>
                    <a:pt x="7208" y="3102"/>
                    <a:pt x="7141" y="3129"/>
                    <a:pt x="7063" y="3129"/>
                  </a:cubicBezTo>
                  <a:cubicBezTo>
                    <a:pt x="7028" y="3129"/>
                    <a:pt x="6991" y="3123"/>
                    <a:pt x="6951" y="3114"/>
                  </a:cubicBezTo>
                  <a:cubicBezTo>
                    <a:pt x="5721" y="2799"/>
                    <a:pt x="4490" y="2497"/>
                    <a:pt x="3261" y="2184"/>
                  </a:cubicBezTo>
                  <a:cubicBezTo>
                    <a:pt x="3223" y="2175"/>
                    <a:pt x="3188" y="2170"/>
                    <a:pt x="3157" y="2170"/>
                  </a:cubicBezTo>
                  <a:cubicBezTo>
                    <a:pt x="3074" y="2170"/>
                    <a:pt x="3009" y="2203"/>
                    <a:pt x="2939" y="2274"/>
                  </a:cubicBezTo>
                  <a:cubicBezTo>
                    <a:pt x="2125" y="3099"/>
                    <a:pt x="1307" y="3917"/>
                    <a:pt x="483" y="4728"/>
                  </a:cubicBezTo>
                  <a:cubicBezTo>
                    <a:pt x="356" y="4853"/>
                    <a:pt x="354" y="4917"/>
                    <a:pt x="483" y="5045"/>
                  </a:cubicBezTo>
                  <a:cubicBezTo>
                    <a:pt x="1322" y="5872"/>
                    <a:pt x="2151" y="6714"/>
                    <a:pt x="2993" y="7541"/>
                  </a:cubicBezTo>
                  <a:cubicBezTo>
                    <a:pt x="3115" y="7663"/>
                    <a:pt x="3111" y="7725"/>
                    <a:pt x="3004" y="7851"/>
                  </a:cubicBezTo>
                  <a:cubicBezTo>
                    <a:pt x="2425" y="8536"/>
                    <a:pt x="1860" y="9230"/>
                    <a:pt x="1282" y="9916"/>
                  </a:cubicBezTo>
                  <a:cubicBezTo>
                    <a:pt x="1181" y="10034"/>
                    <a:pt x="1172" y="10098"/>
                    <a:pt x="1288" y="10209"/>
                  </a:cubicBezTo>
                  <a:cubicBezTo>
                    <a:pt x="1680" y="10586"/>
                    <a:pt x="2055" y="10982"/>
                    <a:pt x="2449" y="11357"/>
                  </a:cubicBezTo>
                  <a:cubicBezTo>
                    <a:pt x="2577" y="11477"/>
                    <a:pt x="2571" y="11539"/>
                    <a:pt x="2449" y="11659"/>
                  </a:cubicBezTo>
                  <a:cubicBezTo>
                    <a:pt x="1674" y="12422"/>
                    <a:pt x="909" y="13197"/>
                    <a:pt x="136" y="13961"/>
                  </a:cubicBezTo>
                  <a:cubicBezTo>
                    <a:pt x="20" y="14075"/>
                    <a:pt x="1" y="14129"/>
                    <a:pt x="127" y="14257"/>
                  </a:cubicBezTo>
                  <a:cubicBezTo>
                    <a:pt x="1682" y="15801"/>
                    <a:pt x="3233" y="17350"/>
                    <a:pt x="4777" y="18905"/>
                  </a:cubicBezTo>
                  <a:cubicBezTo>
                    <a:pt x="4837" y="18965"/>
                    <a:pt x="4880" y="18996"/>
                    <a:pt x="4925" y="18996"/>
                  </a:cubicBezTo>
                  <a:cubicBezTo>
                    <a:pt x="4968" y="18996"/>
                    <a:pt x="5012" y="18967"/>
                    <a:pt x="5073" y="18907"/>
                  </a:cubicBezTo>
                  <a:cubicBezTo>
                    <a:pt x="5835" y="18131"/>
                    <a:pt x="6612" y="17367"/>
                    <a:pt x="7375" y="16591"/>
                  </a:cubicBezTo>
                  <a:cubicBezTo>
                    <a:pt x="7438" y="16528"/>
                    <a:pt x="7485" y="16498"/>
                    <a:pt x="7531" y="16498"/>
                  </a:cubicBezTo>
                  <a:cubicBezTo>
                    <a:pt x="7581" y="16498"/>
                    <a:pt x="7629" y="16535"/>
                    <a:pt x="7692" y="16600"/>
                  </a:cubicBezTo>
                  <a:cubicBezTo>
                    <a:pt x="8058" y="16979"/>
                    <a:pt x="8441" y="17343"/>
                    <a:pt x="8808" y="17727"/>
                  </a:cubicBezTo>
                  <a:cubicBezTo>
                    <a:pt x="8870" y="17793"/>
                    <a:pt x="8920" y="17827"/>
                    <a:pt x="8974" y="17827"/>
                  </a:cubicBezTo>
                  <a:cubicBezTo>
                    <a:pt x="9021" y="17827"/>
                    <a:pt x="9071" y="17800"/>
                    <a:pt x="9135" y="17746"/>
                  </a:cubicBezTo>
                  <a:cubicBezTo>
                    <a:pt x="9816" y="17165"/>
                    <a:pt x="10515" y="16600"/>
                    <a:pt x="11198" y="16020"/>
                  </a:cubicBezTo>
                  <a:cubicBezTo>
                    <a:pt x="11255" y="15972"/>
                    <a:pt x="11298" y="15949"/>
                    <a:pt x="11339" y="15949"/>
                  </a:cubicBezTo>
                  <a:cubicBezTo>
                    <a:pt x="11387" y="15949"/>
                    <a:pt x="11431" y="15981"/>
                    <a:pt x="11489" y="16039"/>
                  </a:cubicBezTo>
                  <a:cubicBezTo>
                    <a:pt x="12324" y="16885"/>
                    <a:pt x="13168" y="17720"/>
                    <a:pt x="14004" y="18564"/>
                  </a:cubicBezTo>
                  <a:cubicBezTo>
                    <a:pt x="14060" y="18622"/>
                    <a:pt x="14103" y="18655"/>
                    <a:pt x="14149" y="18655"/>
                  </a:cubicBezTo>
                  <a:cubicBezTo>
                    <a:pt x="14189" y="18655"/>
                    <a:pt x="14231" y="18629"/>
                    <a:pt x="14286" y="18573"/>
                  </a:cubicBezTo>
                  <a:cubicBezTo>
                    <a:pt x="15111" y="17737"/>
                    <a:pt x="15940" y="16908"/>
                    <a:pt x="16773" y="16084"/>
                  </a:cubicBezTo>
                  <a:cubicBezTo>
                    <a:pt x="16871" y="15988"/>
                    <a:pt x="16882" y="15902"/>
                    <a:pt x="16852" y="15780"/>
                  </a:cubicBezTo>
                  <a:cubicBezTo>
                    <a:pt x="16546" y="14557"/>
                    <a:pt x="16242" y="13334"/>
                    <a:pt x="15929" y="12111"/>
                  </a:cubicBezTo>
                  <a:cubicBezTo>
                    <a:pt x="15893" y="11961"/>
                    <a:pt x="15905" y="11858"/>
                    <a:pt x="16006" y="11736"/>
                  </a:cubicBezTo>
                  <a:cubicBezTo>
                    <a:pt x="17591" y="9824"/>
                    <a:pt x="18557" y="7635"/>
                    <a:pt x="18904" y="5172"/>
                  </a:cubicBezTo>
                  <a:cubicBezTo>
                    <a:pt x="18942" y="4906"/>
                    <a:pt x="18919" y="4628"/>
                    <a:pt x="19028" y="4373"/>
                  </a:cubicBezTo>
                  <a:lnTo>
                    <a:pt x="19028" y="2398"/>
                  </a:lnTo>
                  <a:cubicBezTo>
                    <a:pt x="18964" y="2379"/>
                    <a:pt x="18985" y="2325"/>
                    <a:pt x="18983" y="2285"/>
                  </a:cubicBezTo>
                  <a:cubicBezTo>
                    <a:pt x="18930" y="1683"/>
                    <a:pt x="18840" y="1083"/>
                    <a:pt x="18715" y="490"/>
                  </a:cubicBezTo>
                  <a:cubicBezTo>
                    <a:pt x="18692" y="383"/>
                    <a:pt x="18655" y="344"/>
                    <a:pt x="18546" y="319"/>
                  </a:cubicBezTo>
                  <a:cubicBezTo>
                    <a:pt x="17588" y="110"/>
                    <a:pt x="16626" y="0"/>
                    <a:pt x="156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6"/>
            <p:cNvSpPr/>
            <p:nvPr/>
          </p:nvSpPr>
          <p:spPr>
            <a:xfrm>
              <a:off x="5760775" y="3032125"/>
              <a:ext cx="112700" cy="111600"/>
            </a:xfrm>
            <a:custGeom>
              <a:rect b="b" l="l" r="r" t="t"/>
              <a:pathLst>
                <a:path extrusionOk="0" h="4464" w="4508">
                  <a:moveTo>
                    <a:pt x="3523" y="1"/>
                  </a:moveTo>
                  <a:cubicBezTo>
                    <a:pt x="3485" y="1"/>
                    <a:pt x="3446" y="26"/>
                    <a:pt x="3393" y="79"/>
                  </a:cubicBezTo>
                  <a:cubicBezTo>
                    <a:pt x="2305" y="1176"/>
                    <a:pt x="1211" y="2268"/>
                    <a:pt x="112" y="3356"/>
                  </a:cubicBezTo>
                  <a:cubicBezTo>
                    <a:pt x="1" y="3465"/>
                    <a:pt x="35" y="3512"/>
                    <a:pt x="125" y="3600"/>
                  </a:cubicBezTo>
                  <a:cubicBezTo>
                    <a:pt x="414" y="3883"/>
                    <a:pt x="693" y="4174"/>
                    <a:pt x="975" y="4463"/>
                  </a:cubicBezTo>
                  <a:lnTo>
                    <a:pt x="1020" y="4463"/>
                  </a:lnTo>
                  <a:cubicBezTo>
                    <a:pt x="1023" y="4390"/>
                    <a:pt x="1087" y="4365"/>
                    <a:pt x="1127" y="4324"/>
                  </a:cubicBezTo>
                  <a:cubicBezTo>
                    <a:pt x="2200" y="3244"/>
                    <a:pt x="3278" y="2167"/>
                    <a:pt x="4359" y="1096"/>
                  </a:cubicBezTo>
                  <a:cubicBezTo>
                    <a:pt x="4473" y="983"/>
                    <a:pt x="4507" y="919"/>
                    <a:pt x="4370" y="796"/>
                  </a:cubicBezTo>
                  <a:cubicBezTo>
                    <a:pt x="4119" y="572"/>
                    <a:pt x="3886" y="330"/>
                    <a:pt x="3655" y="83"/>
                  </a:cubicBezTo>
                  <a:cubicBezTo>
                    <a:pt x="3603" y="30"/>
                    <a:pt x="3564" y="1"/>
                    <a:pt x="35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6"/>
            <p:cNvSpPr/>
            <p:nvPr/>
          </p:nvSpPr>
          <p:spPr>
            <a:xfrm>
              <a:off x="5687175" y="2982825"/>
              <a:ext cx="136550" cy="136800"/>
            </a:xfrm>
            <a:custGeom>
              <a:rect b="b" l="l" r="r" t="t"/>
              <a:pathLst>
                <a:path extrusionOk="0" h="5472" w="5462">
                  <a:moveTo>
                    <a:pt x="4487" y="0"/>
                  </a:moveTo>
                  <a:cubicBezTo>
                    <a:pt x="4442" y="0"/>
                    <a:pt x="4395" y="30"/>
                    <a:pt x="4339" y="98"/>
                  </a:cubicBezTo>
                  <a:cubicBezTo>
                    <a:pt x="4202" y="263"/>
                    <a:pt x="4039" y="404"/>
                    <a:pt x="3887" y="556"/>
                  </a:cubicBezTo>
                  <a:cubicBezTo>
                    <a:pt x="2639" y="1811"/>
                    <a:pt x="1386" y="3062"/>
                    <a:pt x="129" y="4308"/>
                  </a:cubicBezTo>
                  <a:cubicBezTo>
                    <a:pt x="6" y="4430"/>
                    <a:pt x="0" y="4493"/>
                    <a:pt x="129" y="4608"/>
                  </a:cubicBezTo>
                  <a:cubicBezTo>
                    <a:pt x="377" y="4837"/>
                    <a:pt x="610" y="5082"/>
                    <a:pt x="846" y="5324"/>
                  </a:cubicBezTo>
                  <a:cubicBezTo>
                    <a:pt x="882" y="5360"/>
                    <a:pt x="902" y="5413"/>
                    <a:pt x="936" y="5471"/>
                  </a:cubicBezTo>
                  <a:cubicBezTo>
                    <a:pt x="1015" y="5396"/>
                    <a:pt x="1056" y="5362"/>
                    <a:pt x="1090" y="5326"/>
                  </a:cubicBezTo>
                  <a:cubicBezTo>
                    <a:pt x="1405" y="5011"/>
                    <a:pt x="1720" y="4698"/>
                    <a:pt x="2035" y="4383"/>
                  </a:cubicBezTo>
                  <a:cubicBezTo>
                    <a:pt x="3129" y="3289"/>
                    <a:pt x="4221" y="2190"/>
                    <a:pt x="5322" y="1102"/>
                  </a:cubicBezTo>
                  <a:cubicBezTo>
                    <a:pt x="5461" y="965"/>
                    <a:pt x="5455" y="897"/>
                    <a:pt x="5318" y="772"/>
                  </a:cubicBezTo>
                  <a:cubicBezTo>
                    <a:pt x="5084" y="562"/>
                    <a:pt x="4864" y="338"/>
                    <a:pt x="4650" y="106"/>
                  </a:cubicBezTo>
                  <a:cubicBezTo>
                    <a:pt x="4590" y="40"/>
                    <a:pt x="4540" y="0"/>
                    <a:pt x="4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6"/>
            <p:cNvSpPr/>
            <p:nvPr/>
          </p:nvSpPr>
          <p:spPr>
            <a:xfrm>
              <a:off x="5660925" y="2933500"/>
              <a:ext cx="113550" cy="111475"/>
            </a:xfrm>
            <a:custGeom>
              <a:rect b="b" l="l" r="r" t="t"/>
              <a:pathLst>
                <a:path extrusionOk="0" h="4459" w="4542">
                  <a:moveTo>
                    <a:pt x="3569" y="0"/>
                  </a:moveTo>
                  <a:cubicBezTo>
                    <a:pt x="3517" y="0"/>
                    <a:pt x="3468" y="39"/>
                    <a:pt x="3408" y="105"/>
                  </a:cubicBezTo>
                  <a:cubicBezTo>
                    <a:pt x="3224" y="310"/>
                    <a:pt x="3020" y="499"/>
                    <a:pt x="2828" y="694"/>
                  </a:cubicBezTo>
                  <a:cubicBezTo>
                    <a:pt x="1943" y="1574"/>
                    <a:pt x="1061" y="2456"/>
                    <a:pt x="183" y="3341"/>
                  </a:cubicBezTo>
                  <a:cubicBezTo>
                    <a:pt x="131" y="3392"/>
                    <a:pt x="1" y="3429"/>
                    <a:pt x="123" y="3546"/>
                  </a:cubicBezTo>
                  <a:cubicBezTo>
                    <a:pt x="431" y="3844"/>
                    <a:pt x="731" y="4148"/>
                    <a:pt x="1041" y="4459"/>
                  </a:cubicBezTo>
                  <a:cubicBezTo>
                    <a:pt x="1395" y="4105"/>
                    <a:pt x="1738" y="3756"/>
                    <a:pt x="2082" y="3409"/>
                  </a:cubicBezTo>
                  <a:cubicBezTo>
                    <a:pt x="2856" y="2634"/>
                    <a:pt x="3629" y="1859"/>
                    <a:pt x="4408" y="1092"/>
                  </a:cubicBezTo>
                  <a:cubicBezTo>
                    <a:pt x="4541" y="961"/>
                    <a:pt x="4528" y="895"/>
                    <a:pt x="4402" y="779"/>
                  </a:cubicBezTo>
                  <a:cubicBezTo>
                    <a:pt x="4166" y="561"/>
                    <a:pt x="3935" y="338"/>
                    <a:pt x="3721" y="96"/>
                  </a:cubicBezTo>
                  <a:cubicBezTo>
                    <a:pt x="3662" y="30"/>
                    <a:pt x="3614" y="0"/>
                    <a:pt x="3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6"/>
            <p:cNvSpPr/>
            <p:nvPr/>
          </p:nvSpPr>
          <p:spPr>
            <a:xfrm>
              <a:off x="5959325" y="2705950"/>
              <a:ext cx="141550" cy="139700"/>
            </a:xfrm>
            <a:custGeom>
              <a:rect b="b" l="l" r="r" t="t"/>
              <a:pathLst>
                <a:path extrusionOk="0" h="5588" w="5662">
                  <a:moveTo>
                    <a:pt x="2833" y="1404"/>
                  </a:moveTo>
                  <a:cubicBezTo>
                    <a:pt x="2843" y="1404"/>
                    <a:pt x="2852" y="1404"/>
                    <a:pt x="2862" y="1404"/>
                  </a:cubicBezTo>
                  <a:cubicBezTo>
                    <a:pt x="3639" y="1417"/>
                    <a:pt x="4239" y="2049"/>
                    <a:pt x="4220" y="2837"/>
                  </a:cubicBezTo>
                  <a:cubicBezTo>
                    <a:pt x="4201" y="3594"/>
                    <a:pt x="3588" y="4182"/>
                    <a:pt x="2826" y="4182"/>
                  </a:cubicBezTo>
                  <a:cubicBezTo>
                    <a:pt x="2817" y="4182"/>
                    <a:pt x="2807" y="4182"/>
                    <a:pt x="2798" y="4182"/>
                  </a:cubicBezTo>
                  <a:cubicBezTo>
                    <a:pt x="2022" y="4167"/>
                    <a:pt x="1423" y="3533"/>
                    <a:pt x="1440" y="2749"/>
                  </a:cubicBezTo>
                  <a:cubicBezTo>
                    <a:pt x="1459" y="1992"/>
                    <a:pt x="2069" y="1404"/>
                    <a:pt x="2833" y="1404"/>
                  </a:cubicBezTo>
                  <a:close/>
                  <a:moveTo>
                    <a:pt x="2792" y="1"/>
                  </a:moveTo>
                  <a:cubicBezTo>
                    <a:pt x="1309" y="1"/>
                    <a:pt x="73" y="1230"/>
                    <a:pt x="37" y="2758"/>
                  </a:cubicBezTo>
                  <a:cubicBezTo>
                    <a:pt x="0" y="4274"/>
                    <a:pt x="1247" y="5551"/>
                    <a:pt x="2795" y="5587"/>
                  </a:cubicBezTo>
                  <a:cubicBezTo>
                    <a:pt x="2815" y="5588"/>
                    <a:pt x="2834" y="5588"/>
                    <a:pt x="2853" y="5588"/>
                  </a:cubicBezTo>
                  <a:cubicBezTo>
                    <a:pt x="4348" y="5588"/>
                    <a:pt x="5582" y="4366"/>
                    <a:pt x="5622" y="2826"/>
                  </a:cubicBezTo>
                  <a:cubicBezTo>
                    <a:pt x="5661" y="1310"/>
                    <a:pt x="4425" y="42"/>
                    <a:pt x="2864" y="2"/>
                  </a:cubicBezTo>
                  <a:cubicBezTo>
                    <a:pt x="2840" y="1"/>
                    <a:pt x="2816" y="1"/>
                    <a:pt x="2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46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CÓMO ENTRA UN MÓDULO</a:t>
            </a:r>
            <a:endParaRPr/>
          </a:p>
        </p:txBody>
      </p:sp>
      <p:sp>
        <p:nvSpPr>
          <p:cNvPr id="678" name="Google Shape;678;p46"/>
          <p:cNvSpPr/>
          <p:nvPr/>
        </p:nvSpPr>
        <p:spPr>
          <a:xfrm>
            <a:off x="3141925" y="3507231"/>
            <a:ext cx="2860150" cy="532569"/>
          </a:xfrm>
          <a:prstGeom prst="flowChartInputOutpu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6"/>
          <p:cNvSpPr/>
          <p:nvPr/>
        </p:nvSpPr>
        <p:spPr>
          <a:xfrm>
            <a:off x="3141925" y="3095087"/>
            <a:ext cx="2860150" cy="532569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6"/>
          <p:cNvSpPr/>
          <p:nvPr/>
        </p:nvSpPr>
        <p:spPr>
          <a:xfrm>
            <a:off x="3141925" y="2682944"/>
            <a:ext cx="2860150" cy="532569"/>
          </a:xfrm>
          <a:prstGeom prst="flowChartInputOutpu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6"/>
          <p:cNvSpPr/>
          <p:nvPr/>
        </p:nvSpPr>
        <p:spPr>
          <a:xfrm>
            <a:off x="3141925" y="2270800"/>
            <a:ext cx="2860150" cy="532569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82" name="Google Shape;682;p46"/>
          <p:cNvCxnSpPr>
            <a:stCxn id="681" idx="2"/>
            <a:endCxn id="649" idx="6"/>
          </p:cNvCxnSpPr>
          <p:nvPr/>
        </p:nvCxnSpPr>
        <p:spPr>
          <a:xfrm rot="10800000">
            <a:off x="1205840" y="2537085"/>
            <a:ext cx="22221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3" name="Google Shape;683;p46"/>
          <p:cNvCxnSpPr>
            <a:stCxn id="679" idx="2"/>
            <a:endCxn id="650" idx="6"/>
          </p:cNvCxnSpPr>
          <p:nvPr/>
        </p:nvCxnSpPr>
        <p:spPr>
          <a:xfrm rot="10800000">
            <a:off x="1225640" y="3361372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4" name="Google Shape;684;p46"/>
          <p:cNvCxnSpPr>
            <a:stCxn id="678" idx="5"/>
            <a:endCxn id="651" idx="2"/>
          </p:cNvCxnSpPr>
          <p:nvPr/>
        </p:nvCxnSpPr>
        <p:spPr>
          <a:xfrm>
            <a:off x="5716060" y="3773515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5" name="Google Shape;685;p46"/>
          <p:cNvCxnSpPr>
            <a:stCxn id="652" idx="2"/>
            <a:endCxn id="680" idx="5"/>
          </p:cNvCxnSpPr>
          <p:nvPr/>
        </p:nvCxnSpPr>
        <p:spPr>
          <a:xfrm rot="10800000">
            <a:off x="5716125" y="2949225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86" name="Google Shape;686;p46"/>
          <p:cNvSpPr txBox="1"/>
          <p:nvPr>
            <p:ph idx="1" type="subTitle"/>
          </p:nvPr>
        </p:nvSpPr>
        <p:spPr>
          <a:xfrm>
            <a:off x="1102775" y="1667088"/>
            <a:ext cx="21210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 core funciona solo, sin ningún módulo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46"/>
          <p:cNvSpPr txBox="1"/>
          <p:nvPr>
            <p:ph idx="2" type="subTitle"/>
          </p:nvPr>
        </p:nvSpPr>
        <p:spPr>
          <a:xfrm>
            <a:off x="1102625" y="3602326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Cada módulo se activa por hogar, cuando hace falta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46"/>
          <p:cNvSpPr txBox="1"/>
          <p:nvPr>
            <p:ph idx="3" type="subTitle"/>
          </p:nvPr>
        </p:nvSpPr>
        <p:spPr>
          <a:xfrm>
            <a:off x="5914888" y="2066900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Los módulos se hablan por eventos, no se dependen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9" name="Google Shape;689;p46"/>
          <p:cNvSpPr txBox="1"/>
          <p:nvPr>
            <p:ph idx="4" type="subTitle"/>
          </p:nvPr>
        </p:nvSpPr>
        <p:spPr>
          <a:xfrm>
            <a:off x="5914888" y="4026875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Apagar uno no rompe nada de lo demás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46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6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6"/>
          <p:cNvSpPr txBox="1"/>
          <p:nvPr/>
        </p:nvSpPr>
        <p:spPr>
          <a:xfrm>
            <a:off x="713225" y="999650"/>
            <a:ext cx="5276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 hogar enciende lo que necesita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7"/>
          <p:cNvSpPr/>
          <p:nvPr/>
        </p:nvSpPr>
        <p:spPr>
          <a:xfrm>
            <a:off x="-18300" y="1240525"/>
            <a:ext cx="9180603" cy="2528534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7"/>
          <p:cNvSpPr/>
          <p:nvPr/>
        </p:nvSpPr>
        <p:spPr>
          <a:xfrm>
            <a:off x="2073888" y="3368810"/>
            <a:ext cx="1298336" cy="4002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699" name="Google Shape;699;p47"/>
          <p:cNvSpPr/>
          <p:nvPr/>
        </p:nvSpPr>
        <p:spPr>
          <a:xfrm flipH="1">
            <a:off x="3615590" y="3368810"/>
            <a:ext cx="1295419" cy="4002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00" name="Google Shape;700;p47"/>
          <p:cNvSpPr/>
          <p:nvPr/>
        </p:nvSpPr>
        <p:spPr>
          <a:xfrm flipH="1" rot="10800000">
            <a:off x="5154351" y="3368810"/>
            <a:ext cx="1298336" cy="4002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01" name="Google Shape;701;p47"/>
          <p:cNvSpPr txBox="1"/>
          <p:nvPr/>
        </p:nvSpPr>
        <p:spPr>
          <a:xfrm>
            <a:off x="3615600" y="3322625"/>
            <a:ext cx="129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MÓDULO</a:t>
            </a:r>
            <a:endParaRPr sz="20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02" name="Google Shape;702;p47"/>
          <p:cNvSpPr txBox="1"/>
          <p:nvPr/>
        </p:nvSpPr>
        <p:spPr>
          <a:xfrm>
            <a:off x="5154353" y="3322625"/>
            <a:ext cx="129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FUTURO</a:t>
            </a:r>
            <a:endParaRPr sz="20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03" name="Google Shape;703;p47"/>
          <p:cNvSpPr txBox="1"/>
          <p:nvPr/>
        </p:nvSpPr>
        <p:spPr>
          <a:xfrm>
            <a:off x="2073849" y="3322625"/>
            <a:ext cx="129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CORE</a:t>
            </a:r>
            <a:endParaRPr sz="20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04" name="Google Shape;704;p47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CAMINO</a:t>
            </a:r>
            <a:endParaRPr/>
          </a:p>
        </p:txBody>
      </p:sp>
      <p:cxnSp>
        <p:nvCxnSpPr>
          <p:cNvPr id="705" name="Google Shape;705;p47"/>
          <p:cNvCxnSpPr>
            <a:stCxn id="706" idx="6"/>
            <a:endCxn id="707" idx="2"/>
          </p:cNvCxnSpPr>
          <p:nvPr/>
        </p:nvCxnSpPr>
        <p:spPr>
          <a:xfrm>
            <a:off x="1737386" y="2571750"/>
            <a:ext cx="431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47"/>
          <p:cNvCxnSpPr>
            <a:stCxn id="707" idx="6"/>
            <a:endCxn id="709" idx="2"/>
          </p:cNvCxnSpPr>
          <p:nvPr/>
        </p:nvCxnSpPr>
        <p:spPr>
          <a:xfrm>
            <a:off x="3277604" y="2571750"/>
            <a:ext cx="431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47"/>
          <p:cNvCxnSpPr>
            <a:stCxn id="709" idx="6"/>
            <a:endCxn id="711" idx="2"/>
          </p:cNvCxnSpPr>
          <p:nvPr/>
        </p:nvCxnSpPr>
        <p:spPr>
          <a:xfrm>
            <a:off x="4817862" y="2571750"/>
            <a:ext cx="431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47"/>
          <p:cNvCxnSpPr>
            <a:stCxn id="713" idx="3"/>
            <a:endCxn id="714" idx="1"/>
          </p:cNvCxnSpPr>
          <p:nvPr/>
        </p:nvCxnSpPr>
        <p:spPr>
          <a:xfrm>
            <a:off x="6358174" y="2548650"/>
            <a:ext cx="460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47"/>
          <p:cNvSpPr/>
          <p:nvPr/>
        </p:nvSpPr>
        <p:spPr>
          <a:xfrm>
            <a:off x="630986" y="2018550"/>
            <a:ext cx="1106400" cy="1106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F0</a:t>
            </a:r>
            <a:endParaRPr sz="20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07" name="Google Shape;707;p47"/>
          <p:cNvSpPr/>
          <p:nvPr/>
        </p:nvSpPr>
        <p:spPr>
          <a:xfrm>
            <a:off x="2168504" y="2017200"/>
            <a:ext cx="1109100" cy="1109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F1</a:t>
            </a:r>
            <a:endParaRPr sz="20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09" name="Google Shape;709;p47"/>
          <p:cNvSpPr/>
          <p:nvPr/>
        </p:nvSpPr>
        <p:spPr>
          <a:xfrm>
            <a:off x="3708762" y="2017200"/>
            <a:ext cx="1109100" cy="1109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F2</a:t>
            </a:r>
            <a:endParaRPr sz="20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11" name="Google Shape;711;p47"/>
          <p:cNvSpPr/>
          <p:nvPr/>
        </p:nvSpPr>
        <p:spPr>
          <a:xfrm>
            <a:off x="5249028" y="2017200"/>
            <a:ext cx="1109100" cy="1109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F3</a:t>
            </a:r>
            <a:endParaRPr sz="20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14" name="Google Shape;714;p47"/>
          <p:cNvSpPr txBox="1"/>
          <p:nvPr/>
        </p:nvSpPr>
        <p:spPr>
          <a:xfrm>
            <a:off x="6818374" y="2302350"/>
            <a:ext cx="167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HOY</a:t>
            </a:r>
            <a:endParaRPr sz="20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15" name="Google Shape;715;p47"/>
          <p:cNvSpPr/>
          <p:nvPr/>
        </p:nvSpPr>
        <p:spPr>
          <a:xfrm>
            <a:off x="6789303" y="1768193"/>
            <a:ext cx="1701292" cy="1473190"/>
          </a:xfrm>
          <a:custGeom>
            <a:rect b="b" l="l" r="r" t="t"/>
            <a:pathLst>
              <a:path extrusionOk="0" h="61672" w="71221">
                <a:moveTo>
                  <a:pt x="1571" y="13079"/>
                </a:moveTo>
                <a:cubicBezTo>
                  <a:pt x="3694" y="11561"/>
                  <a:pt x="9140" y="6149"/>
                  <a:pt x="14311" y="3969"/>
                </a:cubicBezTo>
                <a:cubicBezTo>
                  <a:pt x="19482" y="1790"/>
                  <a:pt x="26607" y="57"/>
                  <a:pt x="32595" y="2"/>
                </a:cubicBezTo>
                <a:cubicBezTo>
                  <a:pt x="38583" y="-53"/>
                  <a:pt x="45242" y="1305"/>
                  <a:pt x="50237" y="3641"/>
                </a:cubicBezTo>
                <a:cubicBezTo>
                  <a:pt x="55232" y="5977"/>
                  <a:pt x="59286" y="10049"/>
                  <a:pt x="62564" y="14016"/>
                </a:cubicBezTo>
                <a:cubicBezTo>
                  <a:pt x="65842" y="17983"/>
                  <a:pt x="68575" y="22760"/>
                  <a:pt x="69905" y="27443"/>
                </a:cubicBezTo>
                <a:cubicBezTo>
                  <a:pt x="71236" y="32126"/>
                  <a:pt x="71742" y="37663"/>
                  <a:pt x="70547" y="42113"/>
                </a:cubicBezTo>
                <a:cubicBezTo>
                  <a:pt x="69352" y="46564"/>
                  <a:pt x="66170" y="51172"/>
                  <a:pt x="62735" y="54146"/>
                </a:cubicBezTo>
                <a:cubicBezTo>
                  <a:pt x="59300" y="57120"/>
                  <a:pt x="54922" y="58741"/>
                  <a:pt x="49937" y="59957"/>
                </a:cubicBezTo>
                <a:cubicBezTo>
                  <a:pt x="44952" y="61174"/>
                  <a:pt x="38590" y="62127"/>
                  <a:pt x="32823" y="61445"/>
                </a:cubicBezTo>
                <a:cubicBezTo>
                  <a:pt x="27056" y="60763"/>
                  <a:pt x="20408" y="58832"/>
                  <a:pt x="15337" y="55864"/>
                </a:cubicBezTo>
                <a:cubicBezTo>
                  <a:pt x="10267" y="52896"/>
                  <a:pt x="4880" y="48103"/>
                  <a:pt x="2400" y="43638"/>
                </a:cubicBezTo>
                <a:cubicBezTo>
                  <a:pt x="-80" y="39174"/>
                  <a:pt x="-461" y="33674"/>
                  <a:pt x="455" y="29077"/>
                </a:cubicBezTo>
                <a:cubicBezTo>
                  <a:pt x="1371" y="24480"/>
                  <a:pt x="4754" y="19277"/>
                  <a:pt x="7896" y="16056"/>
                </a:cubicBezTo>
                <a:cubicBezTo>
                  <a:pt x="11038" y="12835"/>
                  <a:pt x="17404" y="10803"/>
                  <a:pt x="19306" y="9752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16" name="Google Shape;716;p47"/>
          <p:cNvSpPr txBox="1"/>
          <p:nvPr/>
        </p:nvSpPr>
        <p:spPr>
          <a:xfrm>
            <a:off x="1971400" y="3902975"/>
            <a:ext cx="15033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 core completo y su cliente web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7" name="Google Shape;717;p47"/>
          <p:cNvSpPr txBox="1"/>
          <p:nvPr/>
        </p:nvSpPr>
        <p:spPr>
          <a:xfrm>
            <a:off x="3511662" y="3902975"/>
            <a:ext cx="15033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Activación por hogar y cuatro módulos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8" name="Google Shape;718;p47"/>
          <p:cNvSpPr txBox="1"/>
          <p:nvPr/>
        </p:nvSpPr>
        <p:spPr>
          <a:xfrm>
            <a:off x="5051928" y="3902975"/>
            <a:ext cx="15033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4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Los nueve módulos que faltan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p47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8"/>
          <p:cNvSpPr/>
          <p:nvPr/>
        </p:nvSpPr>
        <p:spPr>
          <a:xfrm>
            <a:off x="2961450" y="2146775"/>
            <a:ext cx="3221159" cy="1534450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48"/>
          <p:cNvSpPr/>
          <p:nvPr/>
        </p:nvSpPr>
        <p:spPr>
          <a:xfrm>
            <a:off x="2434659" y="879516"/>
            <a:ext cx="4274644" cy="572783"/>
          </a:xfrm>
          <a:custGeom>
            <a:rect b="b" l="l" r="r" t="t"/>
            <a:pathLst>
              <a:path extrusionOk="0" h="26907" w="160129">
                <a:moveTo>
                  <a:pt x="0" y="10828"/>
                </a:moveTo>
                <a:lnTo>
                  <a:pt x="6890" y="26907"/>
                </a:lnTo>
                <a:lnTo>
                  <a:pt x="160129" y="17391"/>
                </a:lnTo>
                <a:lnTo>
                  <a:pt x="14766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26" name="Google Shape;726;p48"/>
          <p:cNvSpPr/>
          <p:nvPr/>
        </p:nvSpPr>
        <p:spPr>
          <a:xfrm>
            <a:off x="3276377" y="387805"/>
            <a:ext cx="2591261" cy="4802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GRACIAS</a:t>
            </a:r>
          </a:p>
        </p:txBody>
      </p:sp>
      <p:sp>
        <p:nvSpPr>
          <p:cNvPr id="727" name="Google Shape;727;p48"/>
          <p:cNvSpPr/>
          <p:nvPr/>
        </p:nvSpPr>
        <p:spPr>
          <a:xfrm>
            <a:off x="3276377" y="1518871"/>
            <a:ext cx="2591261" cy="4802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GRACIAS</a:t>
            </a:r>
          </a:p>
        </p:txBody>
      </p:sp>
      <p:sp>
        <p:nvSpPr>
          <p:cNvPr id="728" name="Google Shape;728;p48"/>
          <p:cNvSpPr/>
          <p:nvPr/>
        </p:nvSpPr>
        <p:spPr>
          <a:xfrm>
            <a:off x="1296750" y="426500"/>
            <a:ext cx="6550462" cy="1478815"/>
          </a:xfrm>
          <a:custGeom>
            <a:rect b="b" l="l" r="r" t="t"/>
            <a:pathLst>
              <a:path extrusionOk="0" h="94493" w="307714">
                <a:moveTo>
                  <a:pt x="300218" y="18536"/>
                </a:moveTo>
                <a:cubicBezTo>
                  <a:pt x="290988" y="16478"/>
                  <a:pt x="267176" y="9276"/>
                  <a:pt x="244836" y="6187"/>
                </a:cubicBezTo>
                <a:cubicBezTo>
                  <a:pt x="222496" y="3098"/>
                  <a:pt x="191936" y="87"/>
                  <a:pt x="166176" y="2"/>
                </a:cubicBezTo>
                <a:cubicBezTo>
                  <a:pt x="140416" y="-83"/>
                  <a:pt x="111767" y="2034"/>
                  <a:pt x="90278" y="5676"/>
                </a:cubicBezTo>
                <a:cubicBezTo>
                  <a:pt x="68789" y="9318"/>
                  <a:pt x="51346" y="15669"/>
                  <a:pt x="37243" y="21855"/>
                </a:cubicBezTo>
                <a:cubicBezTo>
                  <a:pt x="23140" y="28041"/>
                  <a:pt x="11384" y="35490"/>
                  <a:pt x="5660" y="42792"/>
                </a:cubicBezTo>
                <a:cubicBezTo>
                  <a:pt x="-64" y="50094"/>
                  <a:pt x="-2242" y="58728"/>
                  <a:pt x="2899" y="65668"/>
                </a:cubicBezTo>
                <a:cubicBezTo>
                  <a:pt x="8040" y="72608"/>
                  <a:pt x="22249" y="79895"/>
                  <a:pt x="36508" y="84432"/>
                </a:cubicBezTo>
                <a:cubicBezTo>
                  <a:pt x="50767" y="88969"/>
                  <a:pt x="67971" y="91343"/>
                  <a:pt x="88453" y="92889"/>
                </a:cubicBezTo>
                <a:cubicBezTo>
                  <a:pt x="108936" y="94435"/>
                  <a:pt x="132780" y="95157"/>
                  <a:pt x="159403" y="93707"/>
                </a:cubicBezTo>
                <a:cubicBezTo>
                  <a:pt x="186026" y="92257"/>
                  <a:pt x="225411" y="88467"/>
                  <a:pt x="248191" y="84190"/>
                </a:cubicBezTo>
                <a:cubicBezTo>
                  <a:pt x="270971" y="79913"/>
                  <a:pt x="286318" y="74390"/>
                  <a:pt x="296082" y="68047"/>
                </a:cubicBezTo>
                <a:cubicBezTo>
                  <a:pt x="305846" y="61705"/>
                  <a:pt x="309660" y="53197"/>
                  <a:pt x="306774" y="46135"/>
                </a:cubicBezTo>
                <a:cubicBezTo>
                  <a:pt x="303888" y="39073"/>
                  <a:pt x="292671" y="30829"/>
                  <a:pt x="278766" y="25674"/>
                </a:cubicBezTo>
                <a:cubicBezTo>
                  <a:pt x="264862" y="20519"/>
                  <a:pt x="232584" y="16950"/>
                  <a:pt x="223347" y="15205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9" name="Google Shape;729;p48"/>
          <p:cNvSpPr txBox="1"/>
          <p:nvPr>
            <p:ph type="ctrTitle"/>
          </p:nvPr>
        </p:nvSpPr>
        <p:spPr>
          <a:xfrm>
            <a:off x="2748131" y="688758"/>
            <a:ext cx="36477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GRACIAS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0" name="Google Shape;730;p48"/>
          <p:cNvSpPr txBox="1"/>
          <p:nvPr>
            <p:ph idx="1" type="subTitle"/>
          </p:nvPr>
        </p:nvSpPr>
        <p:spPr>
          <a:xfrm>
            <a:off x="2961400" y="2300475"/>
            <a:ext cx="3221100" cy="10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¿Alguna pregunta?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DRP · Domestic Resource Planning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1" name="Google Shape;731;p48"/>
          <p:cNvSpPr txBox="1"/>
          <p:nvPr>
            <p:ph idx="1" type="subTitle"/>
          </p:nvPr>
        </p:nvSpPr>
        <p:spPr>
          <a:xfrm>
            <a:off x="2654375" y="4375700"/>
            <a:ext cx="3835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conserva por atribución a Slidesgo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48"/>
          <p:cNvSpPr/>
          <p:nvPr/>
        </p:nvSpPr>
        <p:spPr>
          <a:xfrm>
            <a:off x="3114177" y="3554900"/>
            <a:ext cx="2923149" cy="480320"/>
          </a:xfrm>
          <a:custGeom>
            <a:rect b="b" l="l" r="r" t="t"/>
            <a:pathLst>
              <a:path extrusionOk="0" h="24022" w="146194">
                <a:moveTo>
                  <a:pt x="0" y="0"/>
                </a:moveTo>
                <a:lnTo>
                  <a:pt x="3936" y="22910"/>
                </a:lnTo>
                <a:lnTo>
                  <a:pt x="146194" y="24022"/>
                </a:lnTo>
                <a:lnTo>
                  <a:pt x="142873" y="32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33" name="Google Shape;733;p48"/>
          <p:cNvSpPr/>
          <p:nvPr/>
        </p:nvSpPr>
        <p:spPr>
          <a:xfrm>
            <a:off x="4703055" y="3604538"/>
            <a:ext cx="356572" cy="356558"/>
          </a:xfrm>
          <a:custGeom>
            <a:rect b="b" l="l" r="r" t="t"/>
            <a:pathLst>
              <a:path extrusionOk="0" h="25123" w="25124">
                <a:moveTo>
                  <a:pt x="12567" y="1471"/>
                </a:moveTo>
                <a:cubicBezTo>
                  <a:pt x="15522" y="1471"/>
                  <a:pt x="18478" y="1472"/>
                  <a:pt x="21433" y="1474"/>
                </a:cubicBezTo>
                <a:cubicBezTo>
                  <a:pt x="22676" y="1476"/>
                  <a:pt x="23648" y="2442"/>
                  <a:pt x="23648" y="3682"/>
                </a:cubicBezTo>
                <a:cubicBezTo>
                  <a:pt x="23654" y="9602"/>
                  <a:pt x="23654" y="15521"/>
                  <a:pt x="23648" y="21441"/>
                </a:cubicBezTo>
                <a:cubicBezTo>
                  <a:pt x="23648" y="22670"/>
                  <a:pt x="22680" y="23636"/>
                  <a:pt x="21457" y="23645"/>
                </a:cubicBezTo>
                <a:cubicBezTo>
                  <a:pt x="20913" y="23649"/>
                  <a:pt x="20369" y="23650"/>
                  <a:pt x="19825" y="23650"/>
                </a:cubicBezTo>
                <a:cubicBezTo>
                  <a:pt x="19322" y="23650"/>
                  <a:pt x="18819" y="23649"/>
                  <a:pt x="18316" y="23649"/>
                </a:cubicBezTo>
                <a:cubicBezTo>
                  <a:pt x="17932" y="23649"/>
                  <a:pt x="17547" y="23650"/>
                  <a:pt x="17163" y="23651"/>
                </a:cubicBezTo>
                <a:cubicBezTo>
                  <a:pt x="17013" y="23651"/>
                  <a:pt x="16976" y="23617"/>
                  <a:pt x="16976" y="23465"/>
                </a:cubicBezTo>
                <a:cubicBezTo>
                  <a:pt x="16981" y="21100"/>
                  <a:pt x="16981" y="18738"/>
                  <a:pt x="16976" y="16376"/>
                </a:cubicBezTo>
                <a:cubicBezTo>
                  <a:pt x="16976" y="16228"/>
                  <a:pt x="17009" y="16187"/>
                  <a:pt x="17151" y="16187"/>
                </a:cubicBezTo>
                <a:cubicBezTo>
                  <a:pt x="17155" y="16187"/>
                  <a:pt x="17159" y="16187"/>
                  <a:pt x="17163" y="16187"/>
                </a:cubicBezTo>
                <a:cubicBezTo>
                  <a:pt x="17530" y="16192"/>
                  <a:pt x="17898" y="16192"/>
                  <a:pt x="18266" y="16192"/>
                </a:cubicBezTo>
                <a:cubicBezTo>
                  <a:pt x="18389" y="16192"/>
                  <a:pt x="18511" y="16192"/>
                  <a:pt x="18634" y="16192"/>
                </a:cubicBezTo>
                <a:cubicBezTo>
                  <a:pt x="18880" y="16192"/>
                  <a:pt x="19125" y="16192"/>
                  <a:pt x="19371" y="16194"/>
                </a:cubicBezTo>
                <a:cubicBezTo>
                  <a:pt x="19497" y="16194"/>
                  <a:pt x="19555" y="16168"/>
                  <a:pt x="19583" y="16029"/>
                </a:cubicBezTo>
                <a:cubicBezTo>
                  <a:pt x="19902" y="14405"/>
                  <a:pt x="20230" y="12782"/>
                  <a:pt x="20553" y="11156"/>
                </a:cubicBezTo>
                <a:cubicBezTo>
                  <a:pt x="20559" y="11118"/>
                  <a:pt x="20562" y="11079"/>
                  <a:pt x="20562" y="11041"/>
                </a:cubicBezTo>
                <a:lnTo>
                  <a:pt x="19062" y="11039"/>
                </a:lnTo>
                <a:cubicBezTo>
                  <a:pt x="18743" y="11039"/>
                  <a:pt x="18424" y="11038"/>
                  <a:pt x="18105" y="11038"/>
                </a:cubicBezTo>
                <a:cubicBezTo>
                  <a:pt x="17786" y="11038"/>
                  <a:pt x="17468" y="11039"/>
                  <a:pt x="17150" y="11043"/>
                </a:cubicBezTo>
                <a:cubicBezTo>
                  <a:pt x="17011" y="11043"/>
                  <a:pt x="16972" y="11007"/>
                  <a:pt x="16972" y="10867"/>
                </a:cubicBezTo>
                <a:cubicBezTo>
                  <a:pt x="16981" y="10255"/>
                  <a:pt x="16983" y="9640"/>
                  <a:pt x="16972" y="9028"/>
                </a:cubicBezTo>
                <a:cubicBezTo>
                  <a:pt x="16970" y="8867"/>
                  <a:pt x="17013" y="8828"/>
                  <a:pt x="17173" y="8828"/>
                </a:cubicBezTo>
                <a:cubicBezTo>
                  <a:pt x="17532" y="8831"/>
                  <a:pt x="17890" y="8832"/>
                  <a:pt x="18248" y="8832"/>
                </a:cubicBezTo>
                <a:cubicBezTo>
                  <a:pt x="18485" y="8832"/>
                  <a:pt x="18721" y="8832"/>
                  <a:pt x="18958" y="8832"/>
                </a:cubicBezTo>
                <a:cubicBezTo>
                  <a:pt x="19369" y="8832"/>
                  <a:pt x="19780" y="8833"/>
                  <a:pt x="20191" y="8837"/>
                </a:cubicBezTo>
                <a:cubicBezTo>
                  <a:pt x="20195" y="8837"/>
                  <a:pt x="20199" y="8837"/>
                  <a:pt x="20203" y="8837"/>
                </a:cubicBezTo>
                <a:cubicBezTo>
                  <a:pt x="20377" y="8837"/>
                  <a:pt x="20416" y="8788"/>
                  <a:pt x="20416" y="8610"/>
                </a:cubicBezTo>
                <a:cubicBezTo>
                  <a:pt x="20407" y="7040"/>
                  <a:pt x="20407" y="5470"/>
                  <a:pt x="20416" y="3900"/>
                </a:cubicBezTo>
                <a:cubicBezTo>
                  <a:pt x="20418" y="3716"/>
                  <a:pt x="20373" y="3675"/>
                  <a:pt x="20191" y="3675"/>
                </a:cubicBezTo>
                <a:cubicBezTo>
                  <a:pt x="19708" y="3679"/>
                  <a:pt x="19224" y="3679"/>
                  <a:pt x="18741" y="3679"/>
                </a:cubicBezTo>
                <a:cubicBezTo>
                  <a:pt x="18212" y="3679"/>
                  <a:pt x="17683" y="3678"/>
                  <a:pt x="17155" y="3678"/>
                </a:cubicBezTo>
                <a:cubicBezTo>
                  <a:pt x="16858" y="3678"/>
                  <a:pt x="16562" y="3679"/>
                  <a:pt x="16265" y="3680"/>
                </a:cubicBezTo>
                <a:cubicBezTo>
                  <a:pt x="13787" y="3690"/>
                  <a:pt x="11836" y="5639"/>
                  <a:pt x="11826" y="8115"/>
                </a:cubicBezTo>
                <a:cubicBezTo>
                  <a:pt x="11823" y="9015"/>
                  <a:pt x="11821" y="9914"/>
                  <a:pt x="11830" y="10814"/>
                </a:cubicBezTo>
                <a:cubicBezTo>
                  <a:pt x="11832" y="10984"/>
                  <a:pt x="11803" y="11045"/>
                  <a:pt x="11619" y="11045"/>
                </a:cubicBezTo>
                <a:cubicBezTo>
                  <a:pt x="11616" y="11045"/>
                  <a:pt x="11612" y="11045"/>
                  <a:pt x="11609" y="11045"/>
                </a:cubicBezTo>
                <a:cubicBezTo>
                  <a:pt x="11275" y="11039"/>
                  <a:pt x="10941" y="11038"/>
                  <a:pt x="10606" y="11038"/>
                </a:cubicBezTo>
                <a:cubicBezTo>
                  <a:pt x="10395" y="11038"/>
                  <a:pt x="10183" y="11039"/>
                  <a:pt x="9971" y="11039"/>
                </a:cubicBezTo>
                <a:cubicBezTo>
                  <a:pt x="9757" y="11039"/>
                  <a:pt x="9543" y="11038"/>
                  <a:pt x="9328" y="11037"/>
                </a:cubicBezTo>
                <a:cubicBezTo>
                  <a:pt x="9323" y="11036"/>
                  <a:pt x="9319" y="11036"/>
                  <a:pt x="9314" y="11036"/>
                </a:cubicBezTo>
                <a:cubicBezTo>
                  <a:pt x="9173" y="11036"/>
                  <a:pt x="9123" y="11070"/>
                  <a:pt x="9123" y="11231"/>
                </a:cubicBezTo>
                <a:cubicBezTo>
                  <a:pt x="9131" y="12818"/>
                  <a:pt x="9131" y="14403"/>
                  <a:pt x="9123" y="15990"/>
                </a:cubicBezTo>
                <a:cubicBezTo>
                  <a:pt x="9123" y="16167"/>
                  <a:pt x="9182" y="16194"/>
                  <a:pt x="9327" y="16194"/>
                </a:cubicBezTo>
                <a:cubicBezTo>
                  <a:pt x="9333" y="16194"/>
                  <a:pt x="9339" y="16194"/>
                  <a:pt x="9345" y="16194"/>
                </a:cubicBezTo>
                <a:cubicBezTo>
                  <a:pt x="9599" y="16192"/>
                  <a:pt x="9852" y="16191"/>
                  <a:pt x="10106" y="16191"/>
                </a:cubicBezTo>
                <a:cubicBezTo>
                  <a:pt x="10308" y="16191"/>
                  <a:pt x="10511" y="16191"/>
                  <a:pt x="10714" y="16191"/>
                </a:cubicBezTo>
                <a:cubicBezTo>
                  <a:pt x="11018" y="16191"/>
                  <a:pt x="11322" y="16191"/>
                  <a:pt x="11626" y="16187"/>
                </a:cubicBezTo>
                <a:cubicBezTo>
                  <a:pt x="11631" y="16187"/>
                  <a:pt x="11635" y="16187"/>
                  <a:pt x="11640" y="16187"/>
                </a:cubicBezTo>
                <a:cubicBezTo>
                  <a:pt x="11783" y="16187"/>
                  <a:pt x="11830" y="16222"/>
                  <a:pt x="11830" y="16384"/>
                </a:cubicBezTo>
                <a:cubicBezTo>
                  <a:pt x="11826" y="18738"/>
                  <a:pt x="11826" y="21094"/>
                  <a:pt x="11830" y="23450"/>
                </a:cubicBezTo>
                <a:cubicBezTo>
                  <a:pt x="11830" y="23602"/>
                  <a:pt x="11800" y="23653"/>
                  <a:pt x="11633" y="23653"/>
                </a:cubicBezTo>
                <a:cubicBezTo>
                  <a:pt x="10308" y="23650"/>
                  <a:pt x="8984" y="23650"/>
                  <a:pt x="7660" y="23650"/>
                </a:cubicBezTo>
                <a:cubicBezTo>
                  <a:pt x="6335" y="23650"/>
                  <a:pt x="5011" y="23650"/>
                  <a:pt x="3685" y="23647"/>
                </a:cubicBezTo>
                <a:cubicBezTo>
                  <a:pt x="2447" y="23643"/>
                  <a:pt x="1477" y="22673"/>
                  <a:pt x="1477" y="21432"/>
                </a:cubicBezTo>
                <a:cubicBezTo>
                  <a:pt x="1472" y="15521"/>
                  <a:pt x="1472" y="9610"/>
                  <a:pt x="1477" y="3699"/>
                </a:cubicBezTo>
                <a:cubicBezTo>
                  <a:pt x="1477" y="2444"/>
                  <a:pt x="2445" y="1474"/>
                  <a:pt x="3700" y="1474"/>
                </a:cubicBezTo>
                <a:cubicBezTo>
                  <a:pt x="6655" y="1472"/>
                  <a:pt x="9611" y="1471"/>
                  <a:pt x="12567" y="1471"/>
                </a:cubicBezTo>
                <a:close/>
                <a:moveTo>
                  <a:pt x="18758" y="5149"/>
                </a:moveTo>
                <a:cubicBezTo>
                  <a:pt x="18914" y="5149"/>
                  <a:pt x="18949" y="5199"/>
                  <a:pt x="18945" y="5350"/>
                </a:cubicBezTo>
                <a:cubicBezTo>
                  <a:pt x="18936" y="5956"/>
                  <a:pt x="18934" y="6560"/>
                  <a:pt x="18945" y="7166"/>
                </a:cubicBezTo>
                <a:cubicBezTo>
                  <a:pt x="18949" y="7331"/>
                  <a:pt x="18898" y="7363"/>
                  <a:pt x="18743" y="7363"/>
                </a:cubicBezTo>
                <a:cubicBezTo>
                  <a:pt x="18366" y="7361"/>
                  <a:pt x="17989" y="7361"/>
                  <a:pt x="17612" y="7361"/>
                </a:cubicBezTo>
                <a:cubicBezTo>
                  <a:pt x="17486" y="7361"/>
                  <a:pt x="17360" y="7361"/>
                  <a:pt x="17234" y="7361"/>
                </a:cubicBezTo>
                <a:cubicBezTo>
                  <a:pt x="16732" y="7361"/>
                  <a:pt x="16229" y="7360"/>
                  <a:pt x="15726" y="7355"/>
                </a:cubicBezTo>
                <a:cubicBezTo>
                  <a:pt x="15722" y="7355"/>
                  <a:pt x="15718" y="7355"/>
                  <a:pt x="15714" y="7355"/>
                </a:cubicBezTo>
                <a:cubicBezTo>
                  <a:pt x="15538" y="7355"/>
                  <a:pt x="15503" y="7406"/>
                  <a:pt x="15503" y="7582"/>
                </a:cubicBezTo>
                <a:cubicBezTo>
                  <a:pt x="15511" y="9152"/>
                  <a:pt x="15511" y="10722"/>
                  <a:pt x="15503" y="12292"/>
                </a:cubicBezTo>
                <a:cubicBezTo>
                  <a:pt x="15501" y="12470"/>
                  <a:pt x="15544" y="12517"/>
                  <a:pt x="15716" y="12517"/>
                </a:cubicBezTo>
                <a:cubicBezTo>
                  <a:pt x="15720" y="12517"/>
                  <a:pt x="15724" y="12517"/>
                  <a:pt x="15728" y="12516"/>
                </a:cubicBezTo>
                <a:cubicBezTo>
                  <a:pt x="16115" y="12512"/>
                  <a:pt x="16503" y="12511"/>
                  <a:pt x="16891" y="12511"/>
                </a:cubicBezTo>
                <a:cubicBezTo>
                  <a:pt x="17114" y="12511"/>
                  <a:pt x="17337" y="12512"/>
                  <a:pt x="17560" y="12512"/>
                </a:cubicBezTo>
                <a:cubicBezTo>
                  <a:pt x="17898" y="12512"/>
                  <a:pt x="18235" y="12511"/>
                  <a:pt x="18572" y="12508"/>
                </a:cubicBezTo>
                <a:cubicBezTo>
                  <a:pt x="18735" y="12508"/>
                  <a:pt x="18782" y="12540"/>
                  <a:pt x="18745" y="12707"/>
                </a:cubicBezTo>
                <a:cubicBezTo>
                  <a:pt x="18617" y="13305"/>
                  <a:pt x="18497" y="13904"/>
                  <a:pt x="18386" y="14506"/>
                </a:cubicBezTo>
                <a:cubicBezTo>
                  <a:pt x="18356" y="14670"/>
                  <a:pt x="18302" y="14725"/>
                  <a:pt x="18134" y="14725"/>
                </a:cubicBezTo>
                <a:cubicBezTo>
                  <a:pt x="18131" y="14725"/>
                  <a:pt x="18128" y="14725"/>
                  <a:pt x="18124" y="14725"/>
                </a:cubicBezTo>
                <a:cubicBezTo>
                  <a:pt x="17832" y="14721"/>
                  <a:pt x="17540" y="14720"/>
                  <a:pt x="17248" y="14720"/>
                </a:cubicBezTo>
                <a:cubicBezTo>
                  <a:pt x="17081" y="14720"/>
                  <a:pt x="16914" y="14720"/>
                  <a:pt x="16747" y="14720"/>
                </a:cubicBezTo>
                <a:cubicBezTo>
                  <a:pt x="16422" y="14720"/>
                  <a:pt x="16096" y="14719"/>
                  <a:pt x="15771" y="14714"/>
                </a:cubicBezTo>
                <a:cubicBezTo>
                  <a:pt x="15765" y="14714"/>
                  <a:pt x="15759" y="14714"/>
                  <a:pt x="15754" y="14714"/>
                </a:cubicBezTo>
                <a:cubicBezTo>
                  <a:pt x="15561" y="14714"/>
                  <a:pt x="15499" y="14752"/>
                  <a:pt x="15501" y="14973"/>
                </a:cubicBezTo>
                <a:cubicBezTo>
                  <a:pt x="15514" y="16380"/>
                  <a:pt x="15507" y="17785"/>
                  <a:pt x="15507" y="19190"/>
                </a:cubicBezTo>
                <a:cubicBezTo>
                  <a:pt x="15507" y="20597"/>
                  <a:pt x="15503" y="22002"/>
                  <a:pt x="15514" y="23409"/>
                </a:cubicBezTo>
                <a:cubicBezTo>
                  <a:pt x="15516" y="23611"/>
                  <a:pt x="15459" y="23656"/>
                  <a:pt x="15285" y="23656"/>
                </a:cubicBezTo>
                <a:cubicBezTo>
                  <a:pt x="15277" y="23656"/>
                  <a:pt x="15268" y="23656"/>
                  <a:pt x="15259" y="23656"/>
                </a:cubicBezTo>
                <a:cubicBezTo>
                  <a:pt x="14968" y="23647"/>
                  <a:pt x="14678" y="23643"/>
                  <a:pt x="14388" y="23643"/>
                </a:cubicBezTo>
                <a:cubicBezTo>
                  <a:pt x="14098" y="23643"/>
                  <a:pt x="13808" y="23647"/>
                  <a:pt x="13517" y="23656"/>
                </a:cubicBezTo>
                <a:cubicBezTo>
                  <a:pt x="13511" y="23656"/>
                  <a:pt x="13505" y="23656"/>
                  <a:pt x="13500" y="23656"/>
                </a:cubicBezTo>
                <a:cubicBezTo>
                  <a:pt x="13323" y="23656"/>
                  <a:pt x="13297" y="23592"/>
                  <a:pt x="13297" y="23424"/>
                </a:cubicBezTo>
                <a:cubicBezTo>
                  <a:pt x="13303" y="20604"/>
                  <a:pt x="13299" y="17785"/>
                  <a:pt x="13305" y="14964"/>
                </a:cubicBezTo>
                <a:cubicBezTo>
                  <a:pt x="13308" y="14763"/>
                  <a:pt x="13258" y="14714"/>
                  <a:pt x="13065" y="14714"/>
                </a:cubicBezTo>
                <a:cubicBezTo>
                  <a:pt x="13061" y="14714"/>
                  <a:pt x="13057" y="14714"/>
                  <a:pt x="13053" y="14714"/>
                </a:cubicBezTo>
                <a:cubicBezTo>
                  <a:pt x="12756" y="14720"/>
                  <a:pt x="12460" y="14721"/>
                  <a:pt x="12163" y="14721"/>
                </a:cubicBezTo>
                <a:cubicBezTo>
                  <a:pt x="11947" y="14721"/>
                  <a:pt x="11730" y="14720"/>
                  <a:pt x="11514" y="14720"/>
                </a:cubicBezTo>
                <a:cubicBezTo>
                  <a:pt x="11275" y="14720"/>
                  <a:pt x="11036" y="14721"/>
                  <a:pt x="10797" y="14725"/>
                </a:cubicBezTo>
                <a:cubicBezTo>
                  <a:pt x="10637" y="14725"/>
                  <a:pt x="10596" y="14682"/>
                  <a:pt x="10598" y="14523"/>
                </a:cubicBezTo>
                <a:cubicBezTo>
                  <a:pt x="10607" y="13909"/>
                  <a:pt x="10607" y="13296"/>
                  <a:pt x="10598" y="12684"/>
                </a:cubicBezTo>
                <a:cubicBezTo>
                  <a:pt x="10596" y="12544"/>
                  <a:pt x="10637" y="12508"/>
                  <a:pt x="10774" y="12508"/>
                </a:cubicBezTo>
                <a:cubicBezTo>
                  <a:pt x="11163" y="12512"/>
                  <a:pt x="11551" y="12512"/>
                  <a:pt x="11939" y="12512"/>
                </a:cubicBezTo>
                <a:cubicBezTo>
                  <a:pt x="12327" y="12512"/>
                  <a:pt x="12715" y="12512"/>
                  <a:pt x="13104" y="12516"/>
                </a:cubicBezTo>
                <a:cubicBezTo>
                  <a:pt x="13265" y="12516"/>
                  <a:pt x="13303" y="12476"/>
                  <a:pt x="13303" y="12315"/>
                </a:cubicBezTo>
                <a:cubicBezTo>
                  <a:pt x="13297" y="10934"/>
                  <a:pt x="13299" y="9552"/>
                  <a:pt x="13299" y="8171"/>
                </a:cubicBezTo>
                <a:cubicBezTo>
                  <a:pt x="13301" y="6440"/>
                  <a:pt x="14588" y="5155"/>
                  <a:pt x="16321" y="5153"/>
                </a:cubicBezTo>
                <a:cubicBezTo>
                  <a:pt x="16451" y="5153"/>
                  <a:pt x="16581" y="5153"/>
                  <a:pt x="16710" y="5153"/>
                </a:cubicBezTo>
                <a:cubicBezTo>
                  <a:pt x="17039" y="5153"/>
                  <a:pt x="17368" y="5154"/>
                  <a:pt x="17697" y="5154"/>
                </a:cubicBezTo>
                <a:cubicBezTo>
                  <a:pt x="18047" y="5154"/>
                  <a:pt x="18397" y="5153"/>
                  <a:pt x="18748" y="5149"/>
                </a:cubicBezTo>
                <a:cubicBezTo>
                  <a:pt x="18751" y="5149"/>
                  <a:pt x="18754" y="5149"/>
                  <a:pt x="18758" y="5149"/>
                </a:cubicBezTo>
                <a:close/>
                <a:moveTo>
                  <a:pt x="12563" y="0"/>
                </a:moveTo>
                <a:cubicBezTo>
                  <a:pt x="9587" y="0"/>
                  <a:pt x="6610" y="2"/>
                  <a:pt x="3633" y="7"/>
                </a:cubicBezTo>
                <a:cubicBezTo>
                  <a:pt x="1650" y="9"/>
                  <a:pt x="12" y="1649"/>
                  <a:pt x="7" y="3633"/>
                </a:cubicBezTo>
                <a:cubicBezTo>
                  <a:pt x="1" y="9584"/>
                  <a:pt x="1" y="15536"/>
                  <a:pt x="7" y="21490"/>
                </a:cubicBezTo>
                <a:cubicBezTo>
                  <a:pt x="10" y="23187"/>
                  <a:pt x="1226" y="24662"/>
                  <a:pt x="2882" y="25033"/>
                </a:cubicBezTo>
                <a:cubicBezTo>
                  <a:pt x="2969" y="25052"/>
                  <a:pt x="3077" y="25033"/>
                  <a:pt x="3145" y="25123"/>
                </a:cubicBezTo>
                <a:lnTo>
                  <a:pt x="21885" y="25123"/>
                </a:lnTo>
                <a:cubicBezTo>
                  <a:pt x="22037" y="25039"/>
                  <a:pt x="22211" y="25054"/>
                  <a:pt x="22369" y="25007"/>
                </a:cubicBezTo>
                <a:cubicBezTo>
                  <a:pt x="23783" y="24583"/>
                  <a:pt x="24682" y="23664"/>
                  <a:pt x="25040" y="22223"/>
                </a:cubicBezTo>
                <a:cubicBezTo>
                  <a:pt x="25059" y="22143"/>
                  <a:pt x="25034" y="22041"/>
                  <a:pt x="25124" y="21983"/>
                </a:cubicBezTo>
                <a:lnTo>
                  <a:pt x="25124" y="3191"/>
                </a:lnTo>
                <a:cubicBezTo>
                  <a:pt x="25031" y="3037"/>
                  <a:pt x="25034" y="2855"/>
                  <a:pt x="24986" y="2688"/>
                </a:cubicBezTo>
                <a:cubicBezTo>
                  <a:pt x="24541" y="1118"/>
                  <a:pt x="23119" y="9"/>
                  <a:pt x="21491" y="7"/>
                </a:cubicBezTo>
                <a:cubicBezTo>
                  <a:pt x="18515" y="2"/>
                  <a:pt x="15539" y="0"/>
                  <a:pt x="1256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48"/>
          <p:cNvGrpSpPr/>
          <p:nvPr/>
        </p:nvGrpSpPr>
        <p:grpSpPr>
          <a:xfrm>
            <a:off x="4084514" y="3604538"/>
            <a:ext cx="356771" cy="356558"/>
            <a:chOff x="1335700" y="1505975"/>
            <a:chExt cx="628450" cy="628075"/>
          </a:xfrm>
        </p:grpSpPr>
        <p:sp>
          <p:nvSpPr>
            <p:cNvPr id="735" name="Google Shape;735;p48"/>
            <p:cNvSpPr/>
            <p:nvPr/>
          </p:nvSpPr>
          <p:spPr>
            <a:xfrm>
              <a:off x="1335700" y="1505975"/>
              <a:ext cx="628450" cy="628075"/>
            </a:xfrm>
            <a:custGeom>
              <a:rect b="b" l="l" r="r" t="t"/>
              <a:pathLst>
                <a:path extrusionOk="0" h="25123" w="25138">
                  <a:moveTo>
                    <a:pt x="18376" y="1474"/>
                  </a:moveTo>
                  <a:cubicBezTo>
                    <a:pt x="21011" y="1476"/>
                    <a:pt x="23073" y="3174"/>
                    <a:pt x="23574" y="5761"/>
                  </a:cubicBezTo>
                  <a:cubicBezTo>
                    <a:pt x="23628" y="6059"/>
                    <a:pt x="23654" y="6361"/>
                    <a:pt x="23649" y="6665"/>
                  </a:cubicBezTo>
                  <a:cubicBezTo>
                    <a:pt x="23654" y="10597"/>
                    <a:pt x="23654" y="14530"/>
                    <a:pt x="23647" y="18462"/>
                  </a:cubicBezTo>
                  <a:cubicBezTo>
                    <a:pt x="23645" y="21038"/>
                    <a:pt x="21837" y="23165"/>
                    <a:pt x="19300" y="23587"/>
                  </a:cubicBezTo>
                  <a:cubicBezTo>
                    <a:pt x="19024" y="23630"/>
                    <a:pt x="18742" y="23651"/>
                    <a:pt x="18461" y="23651"/>
                  </a:cubicBezTo>
                  <a:cubicBezTo>
                    <a:pt x="18448" y="23651"/>
                    <a:pt x="18435" y="23651"/>
                    <a:pt x="18421" y="23651"/>
                  </a:cubicBezTo>
                  <a:cubicBezTo>
                    <a:pt x="17277" y="23652"/>
                    <a:pt x="16132" y="23652"/>
                    <a:pt x="14987" y="23652"/>
                  </a:cubicBezTo>
                  <a:cubicBezTo>
                    <a:pt x="12223" y="23652"/>
                    <a:pt x="9459" y="23651"/>
                    <a:pt x="6695" y="23649"/>
                  </a:cubicBezTo>
                  <a:cubicBezTo>
                    <a:pt x="4091" y="23647"/>
                    <a:pt x="1981" y="21871"/>
                    <a:pt x="1536" y="19314"/>
                  </a:cubicBezTo>
                  <a:cubicBezTo>
                    <a:pt x="1487" y="19014"/>
                    <a:pt x="1465" y="18712"/>
                    <a:pt x="1470" y="18410"/>
                  </a:cubicBezTo>
                  <a:cubicBezTo>
                    <a:pt x="1470" y="14510"/>
                    <a:pt x="1470" y="10610"/>
                    <a:pt x="1472" y="6710"/>
                  </a:cubicBezTo>
                  <a:cubicBezTo>
                    <a:pt x="1474" y="4102"/>
                    <a:pt x="3226" y="2005"/>
                    <a:pt x="5796" y="1542"/>
                  </a:cubicBezTo>
                  <a:cubicBezTo>
                    <a:pt x="6100" y="1487"/>
                    <a:pt x="6413" y="1474"/>
                    <a:pt x="6723" y="1474"/>
                  </a:cubicBezTo>
                  <a:close/>
                  <a:moveTo>
                    <a:pt x="12560" y="1"/>
                  </a:moveTo>
                  <a:cubicBezTo>
                    <a:pt x="10606" y="1"/>
                    <a:pt x="8653" y="1"/>
                    <a:pt x="6700" y="2"/>
                  </a:cubicBezTo>
                  <a:cubicBezTo>
                    <a:pt x="3451" y="5"/>
                    <a:pt x="786" y="2178"/>
                    <a:pt x="120" y="5357"/>
                  </a:cubicBezTo>
                  <a:cubicBezTo>
                    <a:pt x="84" y="5534"/>
                    <a:pt x="101" y="5725"/>
                    <a:pt x="0" y="5890"/>
                  </a:cubicBezTo>
                  <a:lnTo>
                    <a:pt x="0" y="19233"/>
                  </a:lnTo>
                  <a:cubicBezTo>
                    <a:pt x="110" y="19471"/>
                    <a:pt x="105" y="19732"/>
                    <a:pt x="165" y="19983"/>
                  </a:cubicBezTo>
                  <a:cubicBezTo>
                    <a:pt x="814" y="22690"/>
                    <a:pt x="2930" y="24621"/>
                    <a:pt x="5742" y="25067"/>
                  </a:cubicBezTo>
                  <a:cubicBezTo>
                    <a:pt x="5749" y="25068"/>
                    <a:pt x="5755" y="25068"/>
                    <a:pt x="5762" y="25068"/>
                  </a:cubicBezTo>
                  <a:cubicBezTo>
                    <a:pt x="5775" y="25068"/>
                    <a:pt x="5788" y="25067"/>
                    <a:pt x="5802" y="25067"/>
                  </a:cubicBezTo>
                  <a:cubicBezTo>
                    <a:pt x="5837" y="25067"/>
                    <a:pt x="5871" y="25074"/>
                    <a:pt x="5886" y="25123"/>
                  </a:cubicBezTo>
                  <a:lnTo>
                    <a:pt x="19135" y="25123"/>
                  </a:lnTo>
                  <a:cubicBezTo>
                    <a:pt x="19505" y="25013"/>
                    <a:pt x="19889" y="24983"/>
                    <a:pt x="20263" y="24881"/>
                  </a:cubicBezTo>
                  <a:cubicBezTo>
                    <a:pt x="23067" y="24114"/>
                    <a:pt x="25097" y="21527"/>
                    <a:pt x="25112" y="18616"/>
                  </a:cubicBezTo>
                  <a:cubicBezTo>
                    <a:pt x="25138" y="14579"/>
                    <a:pt x="25138" y="10540"/>
                    <a:pt x="25112" y="6503"/>
                  </a:cubicBezTo>
                  <a:cubicBezTo>
                    <a:pt x="25093" y="3179"/>
                    <a:pt x="22486" y="369"/>
                    <a:pt x="19180" y="43"/>
                  </a:cubicBezTo>
                  <a:cubicBezTo>
                    <a:pt x="18927" y="17"/>
                    <a:pt x="18674" y="2"/>
                    <a:pt x="18421" y="2"/>
                  </a:cubicBezTo>
                  <a:cubicBezTo>
                    <a:pt x="16467" y="1"/>
                    <a:pt x="14513" y="1"/>
                    <a:pt x="125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1446050" y="1616350"/>
              <a:ext cx="407325" cy="407325"/>
            </a:xfrm>
            <a:custGeom>
              <a:rect b="b" l="l" r="r" t="t"/>
              <a:pathLst>
                <a:path extrusionOk="0" h="16293" w="16293">
                  <a:moveTo>
                    <a:pt x="8154" y="1473"/>
                  </a:moveTo>
                  <a:cubicBezTo>
                    <a:pt x="9368" y="1473"/>
                    <a:pt x="10583" y="1474"/>
                    <a:pt x="11797" y="1475"/>
                  </a:cubicBezTo>
                  <a:cubicBezTo>
                    <a:pt x="13530" y="1475"/>
                    <a:pt x="14815" y="2762"/>
                    <a:pt x="14817" y="4493"/>
                  </a:cubicBezTo>
                  <a:lnTo>
                    <a:pt x="14817" y="8149"/>
                  </a:lnTo>
                  <a:cubicBezTo>
                    <a:pt x="14819" y="9359"/>
                    <a:pt x="14819" y="10569"/>
                    <a:pt x="14819" y="11779"/>
                  </a:cubicBezTo>
                  <a:cubicBezTo>
                    <a:pt x="14817" y="13539"/>
                    <a:pt x="13534" y="14818"/>
                    <a:pt x="11767" y="14818"/>
                  </a:cubicBezTo>
                  <a:cubicBezTo>
                    <a:pt x="10557" y="14819"/>
                    <a:pt x="9347" y="14820"/>
                    <a:pt x="8137" y="14820"/>
                  </a:cubicBezTo>
                  <a:cubicBezTo>
                    <a:pt x="6927" y="14820"/>
                    <a:pt x="5717" y="14819"/>
                    <a:pt x="4507" y="14818"/>
                  </a:cubicBezTo>
                  <a:cubicBezTo>
                    <a:pt x="2759" y="14818"/>
                    <a:pt x="1474" y="13533"/>
                    <a:pt x="1474" y="11787"/>
                  </a:cubicBezTo>
                  <a:cubicBezTo>
                    <a:pt x="1472" y="9359"/>
                    <a:pt x="1472" y="6930"/>
                    <a:pt x="1474" y="4501"/>
                  </a:cubicBezTo>
                  <a:cubicBezTo>
                    <a:pt x="1474" y="2758"/>
                    <a:pt x="2761" y="1475"/>
                    <a:pt x="4511" y="1475"/>
                  </a:cubicBezTo>
                  <a:cubicBezTo>
                    <a:pt x="5725" y="1474"/>
                    <a:pt x="6940" y="1473"/>
                    <a:pt x="8154" y="1473"/>
                  </a:cubicBezTo>
                  <a:close/>
                  <a:moveTo>
                    <a:pt x="10594" y="1"/>
                  </a:moveTo>
                  <a:cubicBezTo>
                    <a:pt x="9782" y="1"/>
                    <a:pt x="8971" y="1"/>
                    <a:pt x="8158" y="1"/>
                  </a:cubicBezTo>
                  <a:cubicBezTo>
                    <a:pt x="7545" y="3"/>
                    <a:pt x="6932" y="3"/>
                    <a:pt x="6319" y="3"/>
                  </a:cubicBezTo>
                  <a:cubicBezTo>
                    <a:pt x="5706" y="3"/>
                    <a:pt x="5092" y="3"/>
                    <a:pt x="4479" y="1"/>
                  </a:cubicBezTo>
                  <a:cubicBezTo>
                    <a:pt x="4458" y="1"/>
                    <a:pt x="4438" y="1"/>
                    <a:pt x="4418" y="1"/>
                  </a:cubicBezTo>
                  <a:cubicBezTo>
                    <a:pt x="4153" y="1"/>
                    <a:pt x="3887" y="27"/>
                    <a:pt x="3626" y="76"/>
                  </a:cubicBezTo>
                  <a:cubicBezTo>
                    <a:pt x="1455" y="511"/>
                    <a:pt x="5" y="2285"/>
                    <a:pt x="3" y="4499"/>
                  </a:cubicBezTo>
                  <a:cubicBezTo>
                    <a:pt x="0" y="6934"/>
                    <a:pt x="0" y="9372"/>
                    <a:pt x="3" y="11807"/>
                  </a:cubicBezTo>
                  <a:cubicBezTo>
                    <a:pt x="5" y="14345"/>
                    <a:pt x="1949" y="16287"/>
                    <a:pt x="4492" y="16289"/>
                  </a:cubicBezTo>
                  <a:cubicBezTo>
                    <a:pt x="5709" y="16291"/>
                    <a:pt x="6927" y="16292"/>
                    <a:pt x="8146" y="16292"/>
                  </a:cubicBezTo>
                  <a:cubicBezTo>
                    <a:pt x="9364" y="16292"/>
                    <a:pt x="10583" y="16291"/>
                    <a:pt x="11801" y="16289"/>
                  </a:cubicBezTo>
                  <a:cubicBezTo>
                    <a:pt x="14344" y="16287"/>
                    <a:pt x="16286" y="14347"/>
                    <a:pt x="16288" y="11807"/>
                  </a:cubicBezTo>
                  <a:cubicBezTo>
                    <a:pt x="16293" y="9363"/>
                    <a:pt x="16293" y="6919"/>
                    <a:pt x="16288" y="4473"/>
                  </a:cubicBezTo>
                  <a:cubicBezTo>
                    <a:pt x="16286" y="1950"/>
                    <a:pt x="14339" y="8"/>
                    <a:pt x="11812" y="1"/>
                  </a:cubicBezTo>
                  <a:cubicBezTo>
                    <a:pt x="11406" y="1"/>
                    <a:pt x="11000" y="1"/>
                    <a:pt x="105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1557700" y="1728000"/>
              <a:ext cx="184100" cy="184000"/>
            </a:xfrm>
            <a:custGeom>
              <a:rect b="b" l="l" r="r" t="t"/>
              <a:pathLst>
                <a:path extrusionOk="0" h="7360" w="7364">
                  <a:moveTo>
                    <a:pt x="3682" y="1472"/>
                  </a:moveTo>
                  <a:cubicBezTo>
                    <a:pt x="3685" y="1472"/>
                    <a:pt x="3688" y="1472"/>
                    <a:pt x="3690" y="1472"/>
                  </a:cubicBezTo>
                  <a:cubicBezTo>
                    <a:pt x="4907" y="1479"/>
                    <a:pt x="5894" y="2479"/>
                    <a:pt x="5885" y="3700"/>
                  </a:cubicBezTo>
                  <a:cubicBezTo>
                    <a:pt x="5879" y="4903"/>
                    <a:pt x="4885" y="5889"/>
                    <a:pt x="3677" y="5889"/>
                  </a:cubicBezTo>
                  <a:cubicBezTo>
                    <a:pt x="2463" y="5889"/>
                    <a:pt x="1469" y="4891"/>
                    <a:pt x="1471" y="3674"/>
                  </a:cubicBezTo>
                  <a:cubicBezTo>
                    <a:pt x="1476" y="2462"/>
                    <a:pt x="2469" y="1472"/>
                    <a:pt x="3682" y="1472"/>
                  </a:cubicBezTo>
                  <a:close/>
                  <a:moveTo>
                    <a:pt x="3677" y="1"/>
                  </a:moveTo>
                  <a:cubicBezTo>
                    <a:pt x="3676" y="1"/>
                    <a:pt x="3674" y="1"/>
                    <a:pt x="3673" y="1"/>
                  </a:cubicBezTo>
                  <a:cubicBezTo>
                    <a:pt x="1649" y="3"/>
                    <a:pt x="0" y="1654"/>
                    <a:pt x="0" y="3680"/>
                  </a:cubicBezTo>
                  <a:cubicBezTo>
                    <a:pt x="0" y="5704"/>
                    <a:pt x="1647" y="7358"/>
                    <a:pt x="3673" y="7360"/>
                  </a:cubicBezTo>
                  <a:cubicBezTo>
                    <a:pt x="3674" y="7360"/>
                    <a:pt x="3676" y="7360"/>
                    <a:pt x="3677" y="7360"/>
                  </a:cubicBezTo>
                  <a:cubicBezTo>
                    <a:pt x="5701" y="7360"/>
                    <a:pt x="7353" y="5714"/>
                    <a:pt x="7359" y="3693"/>
                  </a:cubicBezTo>
                  <a:cubicBezTo>
                    <a:pt x="7363" y="1658"/>
                    <a:pt x="5710" y="1"/>
                    <a:pt x="36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1730600" y="1696150"/>
              <a:ext cx="43000" cy="36775"/>
            </a:xfrm>
            <a:custGeom>
              <a:rect b="b" l="l" r="r" t="t"/>
              <a:pathLst>
                <a:path extrusionOk="0" h="1471" w="1720">
                  <a:moveTo>
                    <a:pt x="982" y="1"/>
                  </a:moveTo>
                  <a:cubicBezTo>
                    <a:pt x="329" y="1"/>
                    <a:pt x="0" y="792"/>
                    <a:pt x="464" y="1256"/>
                  </a:cubicBezTo>
                  <a:cubicBezTo>
                    <a:pt x="605" y="1396"/>
                    <a:pt x="793" y="1470"/>
                    <a:pt x="984" y="1470"/>
                  </a:cubicBezTo>
                  <a:cubicBezTo>
                    <a:pt x="1080" y="1470"/>
                    <a:pt x="1176" y="1452"/>
                    <a:pt x="1268" y="1414"/>
                  </a:cubicBezTo>
                  <a:cubicBezTo>
                    <a:pt x="1542" y="1299"/>
                    <a:pt x="1719" y="1029"/>
                    <a:pt x="1719" y="731"/>
                  </a:cubicBezTo>
                  <a:cubicBezTo>
                    <a:pt x="1713" y="328"/>
                    <a:pt x="1388" y="5"/>
                    <a:pt x="985" y="1"/>
                  </a:cubicBezTo>
                  <a:cubicBezTo>
                    <a:pt x="984" y="1"/>
                    <a:pt x="983" y="1"/>
                    <a:pt x="9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9" name="Google Shape;739;p48"/>
          <p:cNvGrpSpPr/>
          <p:nvPr/>
        </p:nvGrpSpPr>
        <p:grpSpPr>
          <a:xfrm>
            <a:off x="5321398" y="3604524"/>
            <a:ext cx="356629" cy="356587"/>
            <a:chOff x="3515550" y="1505925"/>
            <a:chExt cx="628200" cy="628125"/>
          </a:xfrm>
        </p:grpSpPr>
        <p:sp>
          <p:nvSpPr>
            <p:cNvPr id="740" name="Google Shape;740;p48"/>
            <p:cNvSpPr/>
            <p:nvPr/>
          </p:nvSpPr>
          <p:spPr>
            <a:xfrm>
              <a:off x="3515550" y="1505925"/>
              <a:ext cx="628200" cy="628125"/>
            </a:xfrm>
            <a:custGeom>
              <a:rect b="b" l="l" r="r" t="t"/>
              <a:pathLst>
                <a:path extrusionOk="0" h="25125" w="25128">
                  <a:moveTo>
                    <a:pt x="12567" y="1474"/>
                  </a:moveTo>
                  <a:cubicBezTo>
                    <a:pt x="15494" y="1474"/>
                    <a:pt x="18421" y="1475"/>
                    <a:pt x="21347" y="1476"/>
                  </a:cubicBezTo>
                  <a:cubicBezTo>
                    <a:pt x="22707" y="1476"/>
                    <a:pt x="23654" y="2431"/>
                    <a:pt x="23656" y="3795"/>
                  </a:cubicBezTo>
                  <a:lnTo>
                    <a:pt x="23656" y="12576"/>
                  </a:lnTo>
                  <a:lnTo>
                    <a:pt x="23654" y="12576"/>
                  </a:lnTo>
                  <a:cubicBezTo>
                    <a:pt x="23656" y="15493"/>
                    <a:pt x="23656" y="18412"/>
                    <a:pt x="23654" y="21330"/>
                  </a:cubicBezTo>
                  <a:cubicBezTo>
                    <a:pt x="23654" y="22278"/>
                    <a:pt x="23247" y="22994"/>
                    <a:pt x="22392" y="23431"/>
                  </a:cubicBezTo>
                  <a:cubicBezTo>
                    <a:pt x="22073" y="23593"/>
                    <a:pt x="21726" y="23649"/>
                    <a:pt x="21373" y="23649"/>
                  </a:cubicBezTo>
                  <a:cubicBezTo>
                    <a:pt x="18438" y="23651"/>
                    <a:pt x="15502" y="23652"/>
                    <a:pt x="12567" y="23652"/>
                  </a:cubicBezTo>
                  <a:cubicBezTo>
                    <a:pt x="9632" y="23652"/>
                    <a:pt x="6697" y="23651"/>
                    <a:pt x="3762" y="23649"/>
                  </a:cubicBezTo>
                  <a:cubicBezTo>
                    <a:pt x="2431" y="23649"/>
                    <a:pt x="1481" y="22689"/>
                    <a:pt x="1481" y="21355"/>
                  </a:cubicBezTo>
                  <a:cubicBezTo>
                    <a:pt x="1476" y="15493"/>
                    <a:pt x="1476" y="9631"/>
                    <a:pt x="1481" y="3772"/>
                  </a:cubicBezTo>
                  <a:cubicBezTo>
                    <a:pt x="1481" y="2425"/>
                    <a:pt x="2436" y="1476"/>
                    <a:pt x="3785" y="1476"/>
                  </a:cubicBezTo>
                  <a:cubicBezTo>
                    <a:pt x="6713" y="1475"/>
                    <a:pt x="9640" y="1474"/>
                    <a:pt x="12567" y="1474"/>
                  </a:cubicBezTo>
                  <a:close/>
                  <a:moveTo>
                    <a:pt x="12565" y="1"/>
                  </a:moveTo>
                  <a:cubicBezTo>
                    <a:pt x="9638" y="1"/>
                    <a:pt x="6712" y="1"/>
                    <a:pt x="3785" y="2"/>
                  </a:cubicBezTo>
                  <a:cubicBezTo>
                    <a:pt x="2097" y="2"/>
                    <a:pt x="733" y="966"/>
                    <a:pt x="198" y="2529"/>
                  </a:cubicBezTo>
                  <a:cubicBezTo>
                    <a:pt x="67" y="2917"/>
                    <a:pt x="1" y="3324"/>
                    <a:pt x="5" y="3733"/>
                  </a:cubicBezTo>
                  <a:cubicBezTo>
                    <a:pt x="3" y="9621"/>
                    <a:pt x="3" y="15506"/>
                    <a:pt x="7" y="21394"/>
                  </a:cubicBezTo>
                  <a:cubicBezTo>
                    <a:pt x="9" y="23195"/>
                    <a:pt x="1176" y="24638"/>
                    <a:pt x="2933" y="25045"/>
                  </a:cubicBezTo>
                  <a:cubicBezTo>
                    <a:pt x="3003" y="25063"/>
                    <a:pt x="3100" y="25028"/>
                    <a:pt x="3147" y="25125"/>
                  </a:cubicBezTo>
                  <a:lnTo>
                    <a:pt x="21889" y="25125"/>
                  </a:lnTo>
                  <a:cubicBezTo>
                    <a:pt x="22118" y="25063"/>
                    <a:pt x="22354" y="25018"/>
                    <a:pt x="22579" y="24938"/>
                  </a:cubicBezTo>
                  <a:cubicBezTo>
                    <a:pt x="23887" y="24478"/>
                    <a:pt x="24710" y="23572"/>
                    <a:pt x="25042" y="22220"/>
                  </a:cubicBezTo>
                  <a:cubicBezTo>
                    <a:pt x="25061" y="22141"/>
                    <a:pt x="25031" y="22036"/>
                    <a:pt x="25127" y="21983"/>
                  </a:cubicBezTo>
                  <a:lnTo>
                    <a:pt x="25127" y="3191"/>
                  </a:lnTo>
                  <a:cubicBezTo>
                    <a:pt x="24992" y="2814"/>
                    <a:pt x="24935" y="2412"/>
                    <a:pt x="24742" y="2052"/>
                  </a:cubicBezTo>
                  <a:cubicBezTo>
                    <a:pt x="24069" y="788"/>
                    <a:pt x="23020" y="107"/>
                    <a:pt x="21591" y="7"/>
                  </a:cubicBezTo>
                  <a:cubicBezTo>
                    <a:pt x="21510" y="2"/>
                    <a:pt x="21429" y="2"/>
                    <a:pt x="21347" y="2"/>
                  </a:cubicBezTo>
                  <a:cubicBezTo>
                    <a:pt x="18420" y="1"/>
                    <a:pt x="15492" y="1"/>
                    <a:pt x="125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3774325" y="1763475"/>
              <a:ext cx="258975" cy="260325"/>
            </a:xfrm>
            <a:custGeom>
              <a:rect b="b" l="l" r="r" t="t"/>
              <a:pathLst>
                <a:path extrusionOk="0" h="10413" w="10359">
                  <a:moveTo>
                    <a:pt x="2796" y="1471"/>
                  </a:moveTo>
                  <a:cubicBezTo>
                    <a:pt x="2941" y="1471"/>
                    <a:pt x="2956" y="1535"/>
                    <a:pt x="2954" y="1668"/>
                  </a:cubicBezTo>
                  <a:cubicBezTo>
                    <a:pt x="2945" y="2075"/>
                    <a:pt x="2952" y="2486"/>
                    <a:pt x="2952" y="2940"/>
                  </a:cubicBezTo>
                  <a:cubicBezTo>
                    <a:pt x="3404" y="2611"/>
                    <a:pt x="3809" y="2281"/>
                    <a:pt x="4246" y="1998"/>
                  </a:cubicBezTo>
                  <a:cubicBezTo>
                    <a:pt x="4780" y="1650"/>
                    <a:pt x="5349" y="1483"/>
                    <a:pt x="5899" y="1483"/>
                  </a:cubicBezTo>
                  <a:cubicBezTo>
                    <a:pt x="6855" y="1483"/>
                    <a:pt x="7757" y="1987"/>
                    <a:pt x="8338" y="2932"/>
                  </a:cubicBezTo>
                  <a:cubicBezTo>
                    <a:pt x="8664" y="3457"/>
                    <a:pt x="8840" y="4028"/>
                    <a:pt x="8840" y="4649"/>
                  </a:cubicBezTo>
                  <a:cubicBezTo>
                    <a:pt x="8842" y="6014"/>
                    <a:pt x="8837" y="7380"/>
                    <a:pt x="8844" y="8744"/>
                  </a:cubicBezTo>
                  <a:cubicBezTo>
                    <a:pt x="8844" y="8882"/>
                    <a:pt x="8821" y="8938"/>
                    <a:pt x="8684" y="8938"/>
                  </a:cubicBezTo>
                  <a:cubicBezTo>
                    <a:pt x="8676" y="8938"/>
                    <a:pt x="8668" y="8938"/>
                    <a:pt x="8660" y="8937"/>
                  </a:cubicBezTo>
                  <a:cubicBezTo>
                    <a:pt x="8484" y="8930"/>
                    <a:pt x="8308" y="8926"/>
                    <a:pt x="8132" y="8926"/>
                  </a:cubicBezTo>
                  <a:cubicBezTo>
                    <a:pt x="7956" y="8926"/>
                    <a:pt x="7779" y="8930"/>
                    <a:pt x="7604" y="8937"/>
                  </a:cubicBezTo>
                  <a:cubicBezTo>
                    <a:pt x="7593" y="8938"/>
                    <a:pt x="7582" y="8938"/>
                    <a:pt x="7571" y="8938"/>
                  </a:cubicBezTo>
                  <a:cubicBezTo>
                    <a:pt x="7413" y="8938"/>
                    <a:pt x="7362" y="8889"/>
                    <a:pt x="7364" y="8702"/>
                  </a:cubicBezTo>
                  <a:cubicBezTo>
                    <a:pt x="7375" y="7549"/>
                    <a:pt x="7375" y="6397"/>
                    <a:pt x="7366" y="5243"/>
                  </a:cubicBezTo>
                  <a:cubicBezTo>
                    <a:pt x="7360" y="4317"/>
                    <a:pt x="6961" y="3617"/>
                    <a:pt x="6126" y="3180"/>
                  </a:cubicBezTo>
                  <a:cubicBezTo>
                    <a:pt x="5826" y="3023"/>
                    <a:pt x="5503" y="2950"/>
                    <a:pt x="5183" y="2950"/>
                  </a:cubicBezTo>
                  <a:cubicBezTo>
                    <a:pt x="4144" y="2950"/>
                    <a:pt x="3131" y="3716"/>
                    <a:pt x="2990" y="4808"/>
                  </a:cubicBezTo>
                  <a:cubicBezTo>
                    <a:pt x="2918" y="5369"/>
                    <a:pt x="2960" y="5934"/>
                    <a:pt x="2954" y="6498"/>
                  </a:cubicBezTo>
                  <a:cubicBezTo>
                    <a:pt x="2945" y="7241"/>
                    <a:pt x="2948" y="7986"/>
                    <a:pt x="2954" y="8729"/>
                  </a:cubicBezTo>
                  <a:cubicBezTo>
                    <a:pt x="2956" y="8873"/>
                    <a:pt x="2935" y="8938"/>
                    <a:pt x="2784" y="8938"/>
                  </a:cubicBezTo>
                  <a:cubicBezTo>
                    <a:pt x="2777" y="8938"/>
                    <a:pt x="2769" y="8937"/>
                    <a:pt x="2761" y="8937"/>
                  </a:cubicBezTo>
                  <a:cubicBezTo>
                    <a:pt x="2585" y="8930"/>
                    <a:pt x="2409" y="8927"/>
                    <a:pt x="2234" y="8927"/>
                  </a:cubicBezTo>
                  <a:cubicBezTo>
                    <a:pt x="2042" y="8927"/>
                    <a:pt x="1850" y="8931"/>
                    <a:pt x="1658" y="8935"/>
                  </a:cubicBezTo>
                  <a:cubicBezTo>
                    <a:pt x="1653" y="8935"/>
                    <a:pt x="1648" y="8935"/>
                    <a:pt x="1643" y="8935"/>
                  </a:cubicBezTo>
                  <a:cubicBezTo>
                    <a:pt x="1522" y="8935"/>
                    <a:pt x="1476" y="8908"/>
                    <a:pt x="1476" y="8766"/>
                  </a:cubicBezTo>
                  <a:cubicBezTo>
                    <a:pt x="1481" y="6395"/>
                    <a:pt x="1481" y="4024"/>
                    <a:pt x="1476" y="1651"/>
                  </a:cubicBezTo>
                  <a:cubicBezTo>
                    <a:pt x="1476" y="1525"/>
                    <a:pt x="1496" y="1471"/>
                    <a:pt x="1630" y="1471"/>
                  </a:cubicBezTo>
                  <a:cubicBezTo>
                    <a:pt x="1635" y="1471"/>
                    <a:pt x="1640" y="1471"/>
                    <a:pt x="1645" y="1471"/>
                  </a:cubicBezTo>
                  <a:cubicBezTo>
                    <a:pt x="1849" y="1477"/>
                    <a:pt x="2053" y="1481"/>
                    <a:pt x="2257" y="1481"/>
                  </a:cubicBezTo>
                  <a:cubicBezTo>
                    <a:pt x="2430" y="1481"/>
                    <a:pt x="2602" y="1478"/>
                    <a:pt x="2774" y="1471"/>
                  </a:cubicBezTo>
                  <a:cubicBezTo>
                    <a:pt x="2782" y="1471"/>
                    <a:pt x="2789" y="1471"/>
                    <a:pt x="2796" y="1471"/>
                  </a:cubicBezTo>
                  <a:close/>
                  <a:moveTo>
                    <a:pt x="5916" y="1"/>
                  </a:moveTo>
                  <a:cubicBezTo>
                    <a:pt x="5429" y="1"/>
                    <a:pt x="4930" y="87"/>
                    <a:pt x="4419" y="255"/>
                  </a:cubicBezTo>
                  <a:cubicBezTo>
                    <a:pt x="4467" y="37"/>
                    <a:pt x="4374" y="2"/>
                    <a:pt x="4202" y="2"/>
                  </a:cubicBezTo>
                  <a:cubicBezTo>
                    <a:pt x="4197" y="2"/>
                    <a:pt x="4191" y="2"/>
                    <a:pt x="4186" y="2"/>
                  </a:cubicBezTo>
                  <a:cubicBezTo>
                    <a:pt x="3524" y="5"/>
                    <a:pt x="2862" y="7"/>
                    <a:pt x="2200" y="7"/>
                  </a:cubicBezTo>
                  <a:cubicBezTo>
                    <a:pt x="1538" y="7"/>
                    <a:pt x="877" y="5"/>
                    <a:pt x="215" y="2"/>
                  </a:cubicBezTo>
                  <a:cubicBezTo>
                    <a:pt x="41" y="2"/>
                    <a:pt x="1" y="45"/>
                    <a:pt x="1" y="216"/>
                  </a:cubicBezTo>
                  <a:cubicBezTo>
                    <a:pt x="7" y="3542"/>
                    <a:pt x="7" y="6868"/>
                    <a:pt x="1" y="10197"/>
                  </a:cubicBezTo>
                  <a:cubicBezTo>
                    <a:pt x="1" y="10364"/>
                    <a:pt x="35" y="10413"/>
                    <a:pt x="211" y="10413"/>
                  </a:cubicBezTo>
                  <a:cubicBezTo>
                    <a:pt x="914" y="10408"/>
                    <a:pt x="1618" y="10406"/>
                    <a:pt x="2321" y="10406"/>
                  </a:cubicBezTo>
                  <a:cubicBezTo>
                    <a:pt x="2950" y="10406"/>
                    <a:pt x="3580" y="10408"/>
                    <a:pt x="4209" y="10413"/>
                  </a:cubicBezTo>
                  <a:cubicBezTo>
                    <a:pt x="4212" y="10413"/>
                    <a:pt x="4215" y="10413"/>
                    <a:pt x="4218" y="10413"/>
                  </a:cubicBezTo>
                  <a:cubicBezTo>
                    <a:pt x="4411" y="10413"/>
                    <a:pt x="4425" y="10342"/>
                    <a:pt x="4425" y="10177"/>
                  </a:cubicBezTo>
                  <a:cubicBezTo>
                    <a:pt x="4419" y="8903"/>
                    <a:pt x="4421" y="7629"/>
                    <a:pt x="4421" y="6352"/>
                  </a:cubicBezTo>
                  <a:cubicBezTo>
                    <a:pt x="4421" y="5952"/>
                    <a:pt x="4413" y="5551"/>
                    <a:pt x="4425" y="5151"/>
                  </a:cubicBezTo>
                  <a:cubicBezTo>
                    <a:pt x="4437" y="4725"/>
                    <a:pt x="4776" y="4420"/>
                    <a:pt x="5153" y="4420"/>
                  </a:cubicBezTo>
                  <a:cubicBezTo>
                    <a:pt x="5250" y="4420"/>
                    <a:pt x="5350" y="4441"/>
                    <a:pt x="5447" y="4485"/>
                  </a:cubicBezTo>
                  <a:cubicBezTo>
                    <a:pt x="5760" y="4626"/>
                    <a:pt x="5895" y="4889"/>
                    <a:pt x="5895" y="5234"/>
                  </a:cubicBezTo>
                  <a:cubicBezTo>
                    <a:pt x="5893" y="6885"/>
                    <a:pt x="5893" y="8535"/>
                    <a:pt x="5895" y="10186"/>
                  </a:cubicBezTo>
                  <a:cubicBezTo>
                    <a:pt x="5895" y="10286"/>
                    <a:pt x="5839" y="10411"/>
                    <a:pt x="6042" y="10411"/>
                  </a:cubicBezTo>
                  <a:cubicBezTo>
                    <a:pt x="6729" y="10406"/>
                    <a:pt x="7415" y="10405"/>
                    <a:pt x="8102" y="10405"/>
                  </a:cubicBezTo>
                  <a:cubicBezTo>
                    <a:pt x="8789" y="10405"/>
                    <a:pt x="9476" y="10406"/>
                    <a:pt x="10163" y="10409"/>
                  </a:cubicBezTo>
                  <a:cubicBezTo>
                    <a:pt x="10281" y="10409"/>
                    <a:pt x="10311" y="10376"/>
                    <a:pt x="10311" y="10259"/>
                  </a:cubicBezTo>
                  <a:cubicBezTo>
                    <a:pt x="10307" y="8305"/>
                    <a:pt x="10358" y="6350"/>
                    <a:pt x="10285" y="4399"/>
                  </a:cubicBezTo>
                  <a:cubicBezTo>
                    <a:pt x="10223" y="2758"/>
                    <a:pt x="9409" y="1473"/>
                    <a:pt x="8013" y="608"/>
                  </a:cubicBezTo>
                  <a:cubicBezTo>
                    <a:pt x="7346" y="196"/>
                    <a:pt x="6646" y="1"/>
                    <a:pt x="59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3627125" y="1763450"/>
              <a:ext cx="110700" cy="260300"/>
            </a:xfrm>
            <a:custGeom>
              <a:rect b="b" l="l" r="r" t="t"/>
              <a:pathLst>
                <a:path extrusionOk="0" h="10412" w="4428">
                  <a:moveTo>
                    <a:pt x="2783" y="1474"/>
                  </a:moveTo>
                  <a:cubicBezTo>
                    <a:pt x="2921" y="1474"/>
                    <a:pt x="2957" y="1523"/>
                    <a:pt x="2957" y="1673"/>
                  </a:cubicBezTo>
                  <a:cubicBezTo>
                    <a:pt x="2948" y="2851"/>
                    <a:pt x="2952" y="4029"/>
                    <a:pt x="2952" y="5207"/>
                  </a:cubicBezTo>
                  <a:lnTo>
                    <a:pt x="2950" y="5205"/>
                  </a:lnTo>
                  <a:lnTo>
                    <a:pt x="2950" y="5205"/>
                  </a:lnTo>
                  <a:cubicBezTo>
                    <a:pt x="2950" y="6375"/>
                    <a:pt x="2946" y="7544"/>
                    <a:pt x="2957" y="8715"/>
                  </a:cubicBezTo>
                  <a:cubicBezTo>
                    <a:pt x="2959" y="8885"/>
                    <a:pt x="2923" y="8943"/>
                    <a:pt x="2767" y="8943"/>
                  </a:cubicBezTo>
                  <a:cubicBezTo>
                    <a:pt x="2756" y="8943"/>
                    <a:pt x="2744" y="8943"/>
                    <a:pt x="2732" y="8942"/>
                  </a:cubicBezTo>
                  <a:cubicBezTo>
                    <a:pt x="2560" y="8934"/>
                    <a:pt x="2388" y="8930"/>
                    <a:pt x="2217" y="8930"/>
                  </a:cubicBezTo>
                  <a:cubicBezTo>
                    <a:pt x="2045" y="8930"/>
                    <a:pt x="1873" y="8934"/>
                    <a:pt x="1702" y="8942"/>
                  </a:cubicBezTo>
                  <a:cubicBezTo>
                    <a:pt x="1689" y="8943"/>
                    <a:pt x="1677" y="8943"/>
                    <a:pt x="1666" y="8943"/>
                  </a:cubicBezTo>
                  <a:cubicBezTo>
                    <a:pt x="1512" y="8943"/>
                    <a:pt x="1477" y="8887"/>
                    <a:pt x="1477" y="8715"/>
                  </a:cubicBezTo>
                  <a:cubicBezTo>
                    <a:pt x="1483" y="7056"/>
                    <a:pt x="1481" y="5396"/>
                    <a:pt x="1481" y="3736"/>
                  </a:cubicBezTo>
                  <a:cubicBezTo>
                    <a:pt x="1481" y="3048"/>
                    <a:pt x="1485" y="2363"/>
                    <a:pt x="1477" y="1676"/>
                  </a:cubicBezTo>
                  <a:cubicBezTo>
                    <a:pt x="1475" y="1526"/>
                    <a:pt x="1511" y="1474"/>
                    <a:pt x="1650" y="1474"/>
                  </a:cubicBezTo>
                  <a:cubicBezTo>
                    <a:pt x="1658" y="1474"/>
                    <a:pt x="1667" y="1474"/>
                    <a:pt x="1676" y="1474"/>
                  </a:cubicBezTo>
                  <a:cubicBezTo>
                    <a:pt x="1856" y="1481"/>
                    <a:pt x="2036" y="1484"/>
                    <a:pt x="2216" y="1484"/>
                  </a:cubicBezTo>
                  <a:cubicBezTo>
                    <a:pt x="2395" y="1484"/>
                    <a:pt x="2575" y="1481"/>
                    <a:pt x="2755" y="1474"/>
                  </a:cubicBezTo>
                  <a:cubicBezTo>
                    <a:pt x="2765" y="1474"/>
                    <a:pt x="2774" y="1474"/>
                    <a:pt x="2783" y="1474"/>
                  </a:cubicBezTo>
                  <a:close/>
                  <a:moveTo>
                    <a:pt x="4215" y="1"/>
                  </a:moveTo>
                  <a:cubicBezTo>
                    <a:pt x="4211" y="1"/>
                    <a:pt x="4207" y="1"/>
                    <a:pt x="4203" y="1"/>
                  </a:cubicBezTo>
                  <a:cubicBezTo>
                    <a:pt x="3540" y="5"/>
                    <a:pt x="2878" y="7"/>
                    <a:pt x="2216" y="7"/>
                  </a:cubicBezTo>
                  <a:cubicBezTo>
                    <a:pt x="1553" y="7"/>
                    <a:pt x="891" y="5"/>
                    <a:pt x="228" y="1"/>
                  </a:cubicBezTo>
                  <a:cubicBezTo>
                    <a:pt x="224" y="1"/>
                    <a:pt x="220" y="1"/>
                    <a:pt x="216" y="1"/>
                  </a:cubicBezTo>
                  <a:cubicBezTo>
                    <a:pt x="42" y="1"/>
                    <a:pt x="3" y="48"/>
                    <a:pt x="3" y="228"/>
                  </a:cubicBezTo>
                  <a:cubicBezTo>
                    <a:pt x="10" y="1888"/>
                    <a:pt x="7" y="3547"/>
                    <a:pt x="7" y="5207"/>
                  </a:cubicBezTo>
                  <a:cubicBezTo>
                    <a:pt x="7" y="6867"/>
                    <a:pt x="10" y="8527"/>
                    <a:pt x="3" y="10185"/>
                  </a:cubicBezTo>
                  <a:cubicBezTo>
                    <a:pt x="1" y="10369"/>
                    <a:pt x="46" y="10412"/>
                    <a:pt x="228" y="10412"/>
                  </a:cubicBezTo>
                  <a:cubicBezTo>
                    <a:pt x="891" y="10407"/>
                    <a:pt x="1553" y="10405"/>
                    <a:pt x="2216" y="10405"/>
                  </a:cubicBezTo>
                  <a:cubicBezTo>
                    <a:pt x="2878" y="10405"/>
                    <a:pt x="3540" y="10407"/>
                    <a:pt x="4203" y="10412"/>
                  </a:cubicBezTo>
                  <a:cubicBezTo>
                    <a:pt x="4207" y="10412"/>
                    <a:pt x="4211" y="10412"/>
                    <a:pt x="4215" y="10412"/>
                  </a:cubicBezTo>
                  <a:cubicBezTo>
                    <a:pt x="4389" y="10412"/>
                    <a:pt x="4428" y="10365"/>
                    <a:pt x="4428" y="10185"/>
                  </a:cubicBezTo>
                  <a:cubicBezTo>
                    <a:pt x="4422" y="6865"/>
                    <a:pt x="4422" y="3545"/>
                    <a:pt x="4428" y="226"/>
                  </a:cubicBezTo>
                  <a:cubicBezTo>
                    <a:pt x="4428" y="48"/>
                    <a:pt x="4387" y="1"/>
                    <a:pt x="4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3627200" y="1616275"/>
              <a:ext cx="110700" cy="110625"/>
            </a:xfrm>
            <a:custGeom>
              <a:rect b="b" l="l" r="r" t="t"/>
              <a:pathLst>
                <a:path extrusionOk="0" h="4425" w="4428">
                  <a:moveTo>
                    <a:pt x="2812" y="1474"/>
                  </a:moveTo>
                  <a:cubicBezTo>
                    <a:pt x="2919" y="1474"/>
                    <a:pt x="2954" y="1504"/>
                    <a:pt x="2949" y="1611"/>
                  </a:cubicBezTo>
                  <a:cubicBezTo>
                    <a:pt x="2943" y="1816"/>
                    <a:pt x="2947" y="2020"/>
                    <a:pt x="2947" y="2225"/>
                  </a:cubicBezTo>
                  <a:cubicBezTo>
                    <a:pt x="2947" y="2420"/>
                    <a:pt x="2941" y="2617"/>
                    <a:pt x="2951" y="2812"/>
                  </a:cubicBezTo>
                  <a:cubicBezTo>
                    <a:pt x="2956" y="2916"/>
                    <a:pt x="2923" y="2952"/>
                    <a:pt x="2823" y="2952"/>
                  </a:cubicBezTo>
                  <a:cubicBezTo>
                    <a:pt x="2821" y="2952"/>
                    <a:pt x="2817" y="2952"/>
                    <a:pt x="2814" y="2951"/>
                  </a:cubicBezTo>
                  <a:cubicBezTo>
                    <a:pt x="2614" y="2948"/>
                    <a:pt x="2414" y="2947"/>
                    <a:pt x="2214" y="2947"/>
                  </a:cubicBezTo>
                  <a:cubicBezTo>
                    <a:pt x="2013" y="2947"/>
                    <a:pt x="1813" y="2948"/>
                    <a:pt x="1613" y="2951"/>
                  </a:cubicBezTo>
                  <a:cubicBezTo>
                    <a:pt x="1610" y="2952"/>
                    <a:pt x="1606" y="2952"/>
                    <a:pt x="1603" y="2952"/>
                  </a:cubicBezTo>
                  <a:cubicBezTo>
                    <a:pt x="1504" y="2952"/>
                    <a:pt x="1472" y="2918"/>
                    <a:pt x="1474" y="2814"/>
                  </a:cubicBezTo>
                  <a:cubicBezTo>
                    <a:pt x="1480" y="2414"/>
                    <a:pt x="1480" y="2013"/>
                    <a:pt x="1474" y="1613"/>
                  </a:cubicBezTo>
                  <a:cubicBezTo>
                    <a:pt x="1472" y="1506"/>
                    <a:pt x="1501" y="1474"/>
                    <a:pt x="1611" y="1474"/>
                  </a:cubicBezTo>
                  <a:cubicBezTo>
                    <a:pt x="1811" y="1477"/>
                    <a:pt x="2011" y="1479"/>
                    <a:pt x="2211" y="1479"/>
                  </a:cubicBezTo>
                  <a:cubicBezTo>
                    <a:pt x="2412" y="1479"/>
                    <a:pt x="2612" y="1477"/>
                    <a:pt x="2812" y="1474"/>
                  </a:cubicBezTo>
                  <a:close/>
                  <a:moveTo>
                    <a:pt x="201" y="0"/>
                  </a:moveTo>
                  <a:cubicBezTo>
                    <a:pt x="41" y="0"/>
                    <a:pt x="0" y="41"/>
                    <a:pt x="0" y="202"/>
                  </a:cubicBezTo>
                  <a:cubicBezTo>
                    <a:pt x="7" y="1542"/>
                    <a:pt x="7" y="2883"/>
                    <a:pt x="0" y="4224"/>
                  </a:cubicBezTo>
                  <a:cubicBezTo>
                    <a:pt x="0" y="4384"/>
                    <a:pt x="41" y="4425"/>
                    <a:pt x="201" y="4425"/>
                  </a:cubicBezTo>
                  <a:cubicBezTo>
                    <a:pt x="872" y="4422"/>
                    <a:pt x="1542" y="4420"/>
                    <a:pt x="2213" y="4420"/>
                  </a:cubicBezTo>
                  <a:cubicBezTo>
                    <a:pt x="2883" y="4420"/>
                    <a:pt x="3553" y="4422"/>
                    <a:pt x="4224" y="4425"/>
                  </a:cubicBezTo>
                  <a:cubicBezTo>
                    <a:pt x="4384" y="4425"/>
                    <a:pt x="4427" y="4384"/>
                    <a:pt x="4425" y="4224"/>
                  </a:cubicBezTo>
                  <a:cubicBezTo>
                    <a:pt x="4414" y="3553"/>
                    <a:pt x="4421" y="2883"/>
                    <a:pt x="4421" y="2213"/>
                  </a:cubicBezTo>
                  <a:cubicBezTo>
                    <a:pt x="4421" y="1542"/>
                    <a:pt x="4414" y="872"/>
                    <a:pt x="4425" y="202"/>
                  </a:cubicBezTo>
                  <a:cubicBezTo>
                    <a:pt x="4427" y="41"/>
                    <a:pt x="4384" y="0"/>
                    <a:pt x="4224" y="0"/>
                  </a:cubicBezTo>
                  <a:cubicBezTo>
                    <a:pt x="3553" y="4"/>
                    <a:pt x="2883" y="7"/>
                    <a:pt x="2213" y="7"/>
                  </a:cubicBezTo>
                  <a:cubicBezTo>
                    <a:pt x="1542" y="7"/>
                    <a:pt x="872" y="4"/>
                    <a:pt x="2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Google Shape;744;p48"/>
          <p:cNvGrpSpPr/>
          <p:nvPr/>
        </p:nvGrpSpPr>
        <p:grpSpPr>
          <a:xfrm>
            <a:off x="3465973" y="3604538"/>
            <a:ext cx="356771" cy="356558"/>
            <a:chOff x="3466418" y="3604551"/>
            <a:chExt cx="356771" cy="356558"/>
          </a:xfrm>
        </p:grpSpPr>
        <p:sp>
          <p:nvSpPr>
            <p:cNvPr id="745" name="Google Shape;745;p48"/>
            <p:cNvSpPr/>
            <p:nvPr/>
          </p:nvSpPr>
          <p:spPr>
            <a:xfrm>
              <a:off x="3529195" y="3686028"/>
              <a:ext cx="231196" cy="193586"/>
            </a:xfrm>
            <a:custGeom>
              <a:rect b="b" l="l" r="r" t="t"/>
              <a:pathLst>
                <a:path extrusionOk="0" h="21042" w="25130">
                  <a:moveTo>
                    <a:pt x="18001" y="1476"/>
                  </a:moveTo>
                  <a:cubicBezTo>
                    <a:pt x="18083" y="1476"/>
                    <a:pt x="18165" y="1479"/>
                    <a:pt x="18248" y="1484"/>
                  </a:cubicBezTo>
                  <a:cubicBezTo>
                    <a:pt x="18987" y="1520"/>
                    <a:pt x="19700" y="1771"/>
                    <a:pt x="20300" y="2203"/>
                  </a:cubicBezTo>
                  <a:cubicBezTo>
                    <a:pt x="20413" y="2285"/>
                    <a:pt x="20519" y="2330"/>
                    <a:pt x="20635" y="2330"/>
                  </a:cubicBezTo>
                  <a:cubicBezTo>
                    <a:pt x="20698" y="2330"/>
                    <a:pt x="20764" y="2317"/>
                    <a:pt x="20836" y="2289"/>
                  </a:cubicBezTo>
                  <a:cubicBezTo>
                    <a:pt x="20992" y="2227"/>
                    <a:pt x="21163" y="2197"/>
                    <a:pt x="21371" y="2141"/>
                  </a:cubicBezTo>
                  <a:lnTo>
                    <a:pt x="21371" y="2141"/>
                  </a:lnTo>
                  <a:cubicBezTo>
                    <a:pt x="21264" y="2546"/>
                    <a:pt x="21170" y="2919"/>
                    <a:pt x="21060" y="3289"/>
                  </a:cubicBezTo>
                  <a:cubicBezTo>
                    <a:pt x="21009" y="3458"/>
                    <a:pt x="21022" y="3527"/>
                    <a:pt x="21228" y="3542"/>
                  </a:cubicBezTo>
                  <a:cubicBezTo>
                    <a:pt x="21609" y="3570"/>
                    <a:pt x="21988" y="3636"/>
                    <a:pt x="22406" y="3692"/>
                  </a:cubicBezTo>
                  <a:cubicBezTo>
                    <a:pt x="22256" y="3889"/>
                    <a:pt x="22123" y="4069"/>
                    <a:pt x="21986" y="4246"/>
                  </a:cubicBezTo>
                  <a:cubicBezTo>
                    <a:pt x="21928" y="4319"/>
                    <a:pt x="21883" y="4384"/>
                    <a:pt x="21906" y="4486"/>
                  </a:cubicBezTo>
                  <a:cubicBezTo>
                    <a:pt x="22134" y="5499"/>
                    <a:pt x="22071" y="6525"/>
                    <a:pt x="21973" y="7538"/>
                  </a:cubicBezTo>
                  <a:cubicBezTo>
                    <a:pt x="21712" y="10245"/>
                    <a:pt x="20714" y="12661"/>
                    <a:pt x="18964" y="14743"/>
                  </a:cubicBezTo>
                  <a:cubicBezTo>
                    <a:pt x="16732" y="17399"/>
                    <a:pt x="13890" y="18979"/>
                    <a:pt x="10444" y="19438"/>
                  </a:cubicBezTo>
                  <a:cubicBezTo>
                    <a:pt x="9853" y="19516"/>
                    <a:pt x="9266" y="19555"/>
                    <a:pt x="8684" y="19555"/>
                  </a:cubicBezTo>
                  <a:cubicBezTo>
                    <a:pt x="7021" y="19555"/>
                    <a:pt x="5395" y="19236"/>
                    <a:pt x="3811" y="18605"/>
                  </a:cubicBezTo>
                  <a:cubicBezTo>
                    <a:pt x="3760" y="18585"/>
                    <a:pt x="3708" y="18562"/>
                    <a:pt x="3599" y="18517"/>
                  </a:cubicBezTo>
                  <a:cubicBezTo>
                    <a:pt x="4293" y="18397"/>
                    <a:pt x="4920" y="18253"/>
                    <a:pt x="5529" y="18039"/>
                  </a:cubicBezTo>
                  <a:cubicBezTo>
                    <a:pt x="7469" y="17358"/>
                    <a:pt x="9052" y="16180"/>
                    <a:pt x="10337" y="14587"/>
                  </a:cubicBezTo>
                  <a:cubicBezTo>
                    <a:pt x="10408" y="14499"/>
                    <a:pt x="10420" y="14450"/>
                    <a:pt x="10333" y="14368"/>
                  </a:cubicBezTo>
                  <a:cubicBezTo>
                    <a:pt x="10125" y="14171"/>
                    <a:pt x="9921" y="13970"/>
                    <a:pt x="9726" y="13762"/>
                  </a:cubicBezTo>
                  <a:cubicBezTo>
                    <a:pt x="9678" y="13709"/>
                    <a:pt x="9632" y="13691"/>
                    <a:pt x="9583" y="13691"/>
                  </a:cubicBezTo>
                  <a:cubicBezTo>
                    <a:pt x="9539" y="13691"/>
                    <a:pt x="9493" y="13706"/>
                    <a:pt x="9442" y="13724"/>
                  </a:cubicBezTo>
                  <a:cubicBezTo>
                    <a:pt x="8950" y="13892"/>
                    <a:pt x="8455" y="13985"/>
                    <a:pt x="7956" y="13985"/>
                  </a:cubicBezTo>
                  <a:cubicBezTo>
                    <a:pt x="7602" y="13985"/>
                    <a:pt x="7247" y="13938"/>
                    <a:pt x="6889" y="13837"/>
                  </a:cubicBezTo>
                  <a:cubicBezTo>
                    <a:pt x="6561" y="13743"/>
                    <a:pt x="6242" y="13623"/>
                    <a:pt x="5942" y="13430"/>
                  </a:cubicBezTo>
                  <a:lnTo>
                    <a:pt x="7544" y="11554"/>
                  </a:lnTo>
                  <a:cubicBezTo>
                    <a:pt x="7026" y="11511"/>
                    <a:pt x="6559" y="11483"/>
                    <a:pt x="6090" y="11434"/>
                  </a:cubicBezTo>
                  <a:cubicBezTo>
                    <a:pt x="4595" y="11280"/>
                    <a:pt x="3498" y="10535"/>
                    <a:pt x="2787" y="9211"/>
                  </a:cubicBezTo>
                  <a:cubicBezTo>
                    <a:pt x="2704" y="9055"/>
                    <a:pt x="2744" y="9016"/>
                    <a:pt x="2896" y="8980"/>
                  </a:cubicBezTo>
                  <a:cubicBezTo>
                    <a:pt x="3515" y="8838"/>
                    <a:pt x="4134" y="8688"/>
                    <a:pt x="4785" y="8532"/>
                  </a:cubicBezTo>
                  <a:cubicBezTo>
                    <a:pt x="4391" y="8215"/>
                    <a:pt x="4023" y="7922"/>
                    <a:pt x="3657" y="7624"/>
                  </a:cubicBezTo>
                  <a:cubicBezTo>
                    <a:pt x="2282" y="6508"/>
                    <a:pt x="1755" y="4711"/>
                    <a:pt x="2322" y="3084"/>
                  </a:cubicBezTo>
                  <a:cubicBezTo>
                    <a:pt x="2331" y="3064"/>
                    <a:pt x="2342" y="3045"/>
                    <a:pt x="2355" y="3028"/>
                  </a:cubicBezTo>
                  <a:cubicBezTo>
                    <a:pt x="2361" y="3027"/>
                    <a:pt x="2366" y="3026"/>
                    <a:pt x="2372" y="3026"/>
                  </a:cubicBezTo>
                  <a:cubicBezTo>
                    <a:pt x="2425" y="3026"/>
                    <a:pt x="2447" y="3072"/>
                    <a:pt x="2475" y="3103"/>
                  </a:cubicBezTo>
                  <a:cubicBezTo>
                    <a:pt x="4869" y="5604"/>
                    <a:pt x="7777" y="7101"/>
                    <a:pt x="11204" y="7596"/>
                  </a:cubicBezTo>
                  <a:cubicBezTo>
                    <a:pt x="12057" y="7718"/>
                    <a:pt x="12915" y="7733"/>
                    <a:pt x="13774" y="7735"/>
                  </a:cubicBezTo>
                  <a:cubicBezTo>
                    <a:pt x="13777" y="7735"/>
                    <a:pt x="13781" y="7735"/>
                    <a:pt x="13784" y="7735"/>
                  </a:cubicBezTo>
                  <a:cubicBezTo>
                    <a:pt x="13917" y="7735"/>
                    <a:pt x="13950" y="7689"/>
                    <a:pt x="13950" y="7555"/>
                  </a:cubicBezTo>
                  <a:cubicBezTo>
                    <a:pt x="13944" y="6885"/>
                    <a:pt x="13944" y="6215"/>
                    <a:pt x="13946" y="5544"/>
                  </a:cubicBezTo>
                  <a:cubicBezTo>
                    <a:pt x="13954" y="3265"/>
                    <a:pt x="15758" y="1476"/>
                    <a:pt x="18001" y="1476"/>
                  </a:cubicBezTo>
                  <a:close/>
                  <a:moveTo>
                    <a:pt x="18013" y="0"/>
                  </a:moveTo>
                  <a:cubicBezTo>
                    <a:pt x="17548" y="0"/>
                    <a:pt x="17076" y="61"/>
                    <a:pt x="16597" y="184"/>
                  </a:cubicBezTo>
                  <a:cubicBezTo>
                    <a:pt x="14271" y="777"/>
                    <a:pt x="12410" y="2949"/>
                    <a:pt x="12470" y="5679"/>
                  </a:cubicBezTo>
                  <a:cubicBezTo>
                    <a:pt x="12478" y="6110"/>
                    <a:pt x="12474" y="6213"/>
                    <a:pt x="12224" y="6213"/>
                  </a:cubicBezTo>
                  <a:cubicBezTo>
                    <a:pt x="12148" y="6213"/>
                    <a:pt x="12050" y="6204"/>
                    <a:pt x="11924" y="6191"/>
                  </a:cubicBezTo>
                  <a:cubicBezTo>
                    <a:pt x="9161" y="5921"/>
                    <a:pt x="6724" y="4885"/>
                    <a:pt x="4601" y="3099"/>
                  </a:cubicBezTo>
                  <a:cubicBezTo>
                    <a:pt x="3732" y="2366"/>
                    <a:pt x="2995" y="1518"/>
                    <a:pt x="2314" y="614"/>
                  </a:cubicBezTo>
                  <a:cubicBezTo>
                    <a:pt x="2260" y="543"/>
                    <a:pt x="2218" y="502"/>
                    <a:pt x="2175" y="502"/>
                  </a:cubicBezTo>
                  <a:cubicBezTo>
                    <a:pt x="2136" y="502"/>
                    <a:pt x="2096" y="539"/>
                    <a:pt x="2046" y="621"/>
                  </a:cubicBezTo>
                  <a:cubicBezTo>
                    <a:pt x="1875" y="897"/>
                    <a:pt x="1671" y="1154"/>
                    <a:pt x="1498" y="1432"/>
                  </a:cubicBezTo>
                  <a:cubicBezTo>
                    <a:pt x="710" y="2692"/>
                    <a:pt x="444" y="4049"/>
                    <a:pt x="733" y="5514"/>
                  </a:cubicBezTo>
                  <a:cubicBezTo>
                    <a:pt x="894" y="6326"/>
                    <a:pt x="1234" y="7059"/>
                    <a:pt x="1731" y="7746"/>
                  </a:cubicBezTo>
                  <a:cubicBezTo>
                    <a:pt x="1547" y="7791"/>
                    <a:pt x="1382" y="7832"/>
                    <a:pt x="1219" y="7872"/>
                  </a:cubicBezTo>
                  <a:cubicBezTo>
                    <a:pt x="862" y="7960"/>
                    <a:pt x="868" y="7958"/>
                    <a:pt x="943" y="8318"/>
                  </a:cubicBezTo>
                  <a:cubicBezTo>
                    <a:pt x="1245" y="9757"/>
                    <a:pt x="1935" y="10950"/>
                    <a:pt x="3123" y="11837"/>
                  </a:cubicBezTo>
                  <a:cubicBezTo>
                    <a:pt x="3588" y="12184"/>
                    <a:pt x="4100" y="12441"/>
                    <a:pt x="4672" y="12644"/>
                  </a:cubicBezTo>
                  <a:cubicBezTo>
                    <a:pt x="4411" y="12953"/>
                    <a:pt x="4169" y="13237"/>
                    <a:pt x="3924" y="13522"/>
                  </a:cubicBezTo>
                  <a:cubicBezTo>
                    <a:pt x="3867" y="13591"/>
                    <a:pt x="3798" y="13638"/>
                    <a:pt x="3907" y="13736"/>
                  </a:cubicBezTo>
                  <a:cubicBezTo>
                    <a:pt x="4698" y="14456"/>
                    <a:pt x="5565" y="15034"/>
                    <a:pt x="6619" y="15289"/>
                  </a:cubicBezTo>
                  <a:cubicBezTo>
                    <a:pt x="6848" y="15345"/>
                    <a:pt x="7081" y="15386"/>
                    <a:pt x="7349" y="15441"/>
                  </a:cubicBezTo>
                  <a:cubicBezTo>
                    <a:pt x="5933" y="16452"/>
                    <a:pt x="4398" y="17007"/>
                    <a:pt x="2704" y="17125"/>
                  </a:cubicBezTo>
                  <a:cubicBezTo>
                    <a:pt x="2519" y="17137"/>
                    <a:pt x="2335" y="17143"/>
                    <a:pt x="2151" y="17143"/>
                  </a:cubicBezTo>
                  <a:cubicBezTo>
                    <a:pt x="1493" y="17143"/>
                    <a:pt x="839" y="17068"/>
                    <a:pt x="191" y="16958"/>
                  </a:cubicBezTo>
                  <a:cubicBezTo>
                    <a:pt x="160" y="16952"/>
                    <a:pt x="133" y="16949"/>
                    <a:pt x="111" y="16949"/>
                  </a:cubicBezTo>
                  <a:cubicBezTo>
                    <a:pt x="14" y="16949"/>
                    <a:pt x="4" y="17004"/>
                    <a:pt x="7" y="17120"/>
                  </a:cubicBezTo>
                  <a:cubicBezTo>
                    <a:pt x="18" y="17405"/>
                    <a:pt x="22" y="17690"/>
                    <a:pt x="7" y="17977"/>
                  </a:cubicBezTo>
                  <a:cubicBezTo>
                    <a:pt x="1" y="18127"/>
                    <a:pt x="59" y="18208"/>
                    <a:pt x="176" y="18292"/>
                  </a:cubicBezTo>
                  <a:cubicBezTo>
                    <a:pt x="2792" y="20096"/>
                    <a:pt x="5603" y="21041"/>
                    <a:pt x="8588" y="21041"/>
                  </a:cubicBezTo>
                  <a:cubicBezTo>
                    <a:pt x="9629" y="21041"/>
                    <a:pt x="10691" y="20926"/>
                    <a:pt x="11774" y="20693"/>
                  </a:cubicBezTo>
                  <a:cubicBezTo>
                    <a:pt x="16848" y="19598"/>
                    <a:pt x="20386" y="16557"/>
                    <a:pt x="22431" y="11796"/>
                  </a:cubicBezTo>
                  <a:cubicBezTo>
                    <a:pt x="23279" y="9824"/>
                    <a:pt x="23603" y="7733"/>
                    <a:pt x="23491" y="5598"/>
                  </a:cubicBezTo>
                  <a:cubicBezTo>
                    <a:pt x="23455" y="4919"/>
                    <a:pt x="23633" y="4416"/>
                    <a:pt x="24070" y="3938"/>
                  </a:cubicBezTo>
                  <a:cubicBezTo>
                    <a:pt x="24451" y="3518"/>
                    <a:pt x="24744" y="3021"/>
                    <a:pt x="25130" y="2604"/>
                  </a:cubicBezTo>
                  <a:lnTo>
                    <a:pt x="25130" y="2552"/>
                  </a:lnTo>
                  <a:cubicBezTo>
                    <a:pt x="24425" y="2465"/>
                    <a:pt x="23721" y="2375"/>
                    <a:pt x="23016" y="2289"/>
                  </a:cubicBezTo>
                  <a:cubicBezTo>
                    <a:pt x="22879" y="2274"/>
                    <a:pt x="22870" y="2225"/>
                    <a:pt x="22907" y="2100"/>
                  </a:cubicBezTo>
                  <a:cubicBezTo>
                    <a:pt x="23044" y="1623"/>
                    <a:pt x="23170" y="1141"/>
                    <a:pt x="23292" y="659"/>
                  </a:cubicBezTo>
                  <a:cubicBezTo>
                    <a:pt x="23341" y="468"/>
                    <a:pt x="23421" y="282"/>
                    <a:pt x="23429" y="66"/>
                  </a:cubicBezTo>
                  <a:lnTo>
                    <a:pt x="23429" y="66"/>
                  </a:lnTo>
                  <a:cubicBezTo>
                    <a:pt x="22620" y="282"/>
                    <a:pt x="21832" y="488"/>
                    <a:pt x="21046" y="706"/>
                  </a:cubicBezTo>
                  <a:cubicBezTo>
                    <a:pt x="20983" y="723"/>
                    <a:pt x="20926" y="732"/>
                    <a:pt x="20871" y="732"/>
                  </a:cubicBezTo>
                  <a:cubicBezTo>
                    <a:pt x="20775" y="732"/>
                    <a:pt x="20685" y="706"/>
                    <a:pt x="20585" y="655"/>
                  </a:cubicBezTo>
                  <a:cubicBezTo>
                    <a:pt x="19754" y="220"/>
                    <a:pt x="18896" y="0"/>
                    <a:pt x="1801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8"/>
            <p:cNvSpPr/>
            <p:nvPr/>
          </p:nvSpPr>
          <p:spPr>
            <a:xfrm>
              <a:off x="3466418" y="3604551"/>
              <a:ext cx="356771" cy="356558"/>
            </a:xfrm>
            <a:custGeom>
              <a:rect b="b" l="l" r="r" t="t"/>
              <a:pathLst>
                <a:path extrusionOk="0" h="25123" w="25138">
                  <a:moveTo>
                    <a:pt x="18376" y="1474"/>
                  </a:moveTo>
                  <a:cubicBezTo>
                    <a:pt x="21011" y="1476"/>
                    <a:pt x="23073" y="3174"/>
                    <a:pt x="23574" y="5761"/>
                  </a:cubicBezTo>
                  <a:cubicBezTo>
                    <a:pt x="23628" y="6059"/>
                    <a:pt x="23654" y="6361"/>
                    <a:pt x="23649" y="6665"/>
                  </a:cubicBezTo>
                  <a:cubicBezTo>
                    <a:pt x="23654" y="10597"/>
                    <a:pt x="23654" y="14530"/>
                    <a:pt x="23647" y="18462"/>
                  </a:cubicBezTo>
                  <a:cubicBezTo>
                    <a:pt x="23645" y="21038"/>
                    <a:pt x="21837" y="23165"/>
                    <a:pt x="19300" y="23587"/>
                  </a:cubicBezTo>
                  <a:cubicBezTo>
                    <a:pt x="19024" y="23630"/>
                    <a:pt x="18742" y="23651"/>
                    <a:pt x="18461" y="23651"/>
                  </a:cubicBezTo>
                  <a:cubicBezTo>
                    <a:pt x="18448" y="23651"/>
                    <a:pt x="18435" y="23651"/>
                    <a:pt x="18421" y="23651"/>
                  </a:cubicBezTo>
                  <a:cubicBezTo>
                    <a:pt x="17277" y="23652"/>
                    <a:pt x="16132" y="23652"/>
                    <a:pt x="14987" y="23652"/>
                  </a:cubicBezTo>
                  <a:cubicBezTo>
                    <a:pt x="12223" y="23652"/>
                    <a:pt x="9459" y="23651"/>
                    <a:pt x="6695" y="23649"/>
                  </a:cubicBezTo>
                  <a:cubicBezTo>
                    <a:pt x="4091" y="23647"/>
                    <a:pt x="1981" y="21871"/>
                    <a:pt x="1536" y="19314"/>
                  </a:cubicBezTo>
                  <a:cubicBezTo>
                    <a:pt x="1487" y="19014"/>
                    <a:pt x="1465" y="18712"/>
                    <a:pt x="1470" y="18410"/>
                  </a:cubicBezTo>
                  <a:cubicBezTo>
                    <a:pt x="1470" y="14510"/>
                    <a:pt x="1470" y="10610"/>
                    <a:pt x="1472" y="6710"/>
                  </a:cubicBezTo>
                  <a:cubicBezTo>
                    <a:pt x="1474" y="4102"/>
                    <a:pt x="3226" y="2005"/>
                    <a:pt x="5796" y="1542"/>
                  </a:cubicBezTo>
                  <a:cubicBezTo>
                    <a:pt x="6100" y="1487"/>
                    <a:pt x="6413" y="1474"/>
                    <a:pt x="6723" y="1474"/>
                  </a:cubicBezTo>
                  <a:close/>
                  <a:moveTo>
                    <a:pt x="12560" y="1"/>
                  </a:moveTo>
                  <a:cubicBezTo>
                    <a:pt x="10606" y="1"/>
                    <a:pt x="8653" y="1"/>
                    <a:pt x="6700" y="2"/>
                  </a:cubicBezTo>
                  <a:cubicBezTo>
                    <a:pt x="3451" y="5"/>
                    <a:pt x="786" y="2178"/>
                    <a:pt x="120" y="5357"/>
                  </a:cubicBezTo>
                  <a:cubicBezTo>
                    <a:pt x="84" y="5534"/>
                    <a:pt x="101" y="5725"/>
                    <a:pt x="0" y="5890"/>
                  </a:cubicBezTo>
                  <a:lnTo>
                    <a:pt x="0" y="19233"/>
                  </a:lnTo>
                  <a:cubicBezTo>
                    <a:pt x="110" y="19471"/>
                    <a:pt x="105" y="19732"/>
                    <a:pt x="165" y="19983"/>
                  </a:cubicBezTo>
                  <a:cubicBezTo>
                    <a:pt x="814" y="22690"/>
                    <a:pt x="2930" y="24621"/>
                    <a:pt x="5742" y="25067"/>
                  </a:cubicBezTo>
                  <a:cubicBezTo>
                    <a:pt x="5749" y="25068"/>
                    <a:pt x="5755" y="25068"/>
                    <a:pt x="5762" y="25068"/>
                  </a:cubicBezTo>
                  <a:cubicBezTo>
                    <a:pt x="5775" y="25068"/>
                    <a:pt x="5788" y="25067"/>
                    <a:pt x="5802" y="25067"/>
                  </a:cubicBezTo>
                  <a:cubicBezTo>
                    <a:pt x="5837" y="25067"/>
                    <a:pt x="5871" y="25074"/>
                    <a:pt x="5886" y="25123"/>
                  </a:cubicBezTo>
                  <a:lnTo>
                    <a:pt x="19135" y="25123"/>
                  </a:lnTo>
                  <a:cubicBezTo>
                    <a:pt x="19505" y="25013"/>
                    <a:pt x="19889" y="24983"/>
                    <a:pt x="20263" y="24881"/>
                  </a:cubicBezTo>
                  <a:cubicBezTo>
                    <a:pt x="23067" y="24114"/>
                    <a:pt x="25097" y="21527"/>
                    <a:pt x="25112" y="18616"/>
                  </a:cubicBezTo>
                  <a:cubicBezTo>
                    <a:pt x="25138" y="14579"/>
                    <a:pt x="25138" y="10540"/>
                    <a:pt x="25112" y="6503"/>
                  </a:cubicBezTo>
                  <a:cubicBezTo>
                    <a:pt x="25093" y="3179"/>
                    <a:pt x="22486" y="369"/>
                    <a:pt x="19180" y="43"/>
                  </a:cubicBezTo>
                  <a:cubicBezTo>
                    <a:pt x="18927" y="17"/>
                    <a:pt x="18674" y="2"/>
                    <a:pt x="18421" y="2"/>
                  </a:cubicBezTo>
                  <a:cubicBezTo>
                    <a:pt x="16467" y="1"/>
                    <a:pt x="14513" y="1"/>
                    <a:pt x="125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#02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core mínimo y módulos que se encienden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LA SOLUCIÓN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#03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Trece capacidades previstas, cuatro construidas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LOS MÓDULOS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#04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hay construido a agosto de 2026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EL ESTADO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itch Deck Minitheme by Slidesgo">
  <a:themeElements>
    <a:clrScheme name="Simple Light">
      <a:dk1>
        <a:srgbClr val="000000"/>
      </a:dk1>
      <a:lt1>
        <a:srgbClr val="FFFFFF"/>
      </a:lt1>
      <a:dk2>
        <a:srgbClr val="9CFC34"/>
      </a:dk2>
      <a:lt2>
        <a:srgbClr val="E2E7EB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DRP · presentación comercial</dc:title>
  <cp:lastModifiedBy>python-pptx</cp:lastModifiedBy>
  <cp:revision>1</cp:revision>
  <dcterms:modified xsi:type="dcterms:W3CDTF">2026-08-19T22:10:05Z</dcterms:modified>
  <dc:creator>DRP · Domestic Resource Planning</dc:creator>
  <dc:description>Derivado de la plantilla «Pitch Deck Minitheme» de Slidesgo (cuenta gratuita: se conserva la diapositiva de agradecimiento).</dc:description>
</cp:coreProperties>
</file>